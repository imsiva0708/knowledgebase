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xml" ContentType="application/xml"/>
  <Default Extension="png" ContentType="image/png"/>
  <Default Extension="wmf" ContentType="image/x-wmf"/>
  <Override PartName="/ppt/theme/theme2.xml" ContentType="application/vnd.openxmlformats-officedocument.theme+xml"/>
  <Override PartName="/ppt/slideLayouts/slideLayout10.xml" ContentType="application/vnd.openxmlformats-officedocument.presentationml.slideLayout+xml"/>
  <Override PartName="/ppt/presentation.xml" ContentType="application/vnd.openxmlformats-officedocument.presentationml.presentation.main+xml"/>
  <Override PartName="/ppt/slideLayouts/slideLayout5.xml" ContentType="application/vnd.openxmlformats-officedocument.presentationml.slideLayout+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ppt/viewProps.xml" ContentType="application/vnd.openxmlformats-officedocument.presentationml.viewProps+xml"/>
  <Override PartName="/ppt/slideLayouts/slideLayout6.xml" ContentType="application/vnd.openxmlformats-officedocument.presentationml.slideLayout+xml"/>
  <Override PartName="/docProps/core.xml" ContentType="application/vnd.openxmlformats-package.core-properties+xml"/>
  <Override PartName="/ppt/theme/theme1.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slides/slide11.xml" ContentType="application/vnd.openxmlformats-officedocument.presentationml.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slides/slide10.xml" ContentType="application/vnd.openxmlformats-officedocument.presentationml.slide+xml"/>
  <Override PartName="/ppt/slides/slide9.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saveSubsetFonts="1">
  <p:sldMasterIdLst>
    <p:sldMasterId id="2147483648" r:id="rId1"/>
  </p:sldMasterIdLst>
  <p:notesMasterIdLst>
    <p:notesMasterId r:id="rId18"/>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91" d="100"/>
          <a:sy n="91" d="100"/>
        </p:scale>
        <p:origin x="250" y="58"/>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notesMaster" Target="notesMasters/notesMaster1.xml"/><Relationship Id="rId19" Type="http://schemas.openxmlformats.org/officeDocument/2006/relationships/presProps" Target="presProps.xml" /><Relationship Id="rId20" Type="http://schemas.openxmlformats.org/officeDocument/2006/relationships/tableStyles" Target="tableStyles.xml" /><Relationship Id="rId21"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439182933"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1092430308"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829765778"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69691191"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176563849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9112701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94790578" name="Slide Image Placeholder 1"/>
          <p:cNvSpPr>
            <a:spLocks noChangeAspect="1" noGrp="1" noRot="1"/>
          </p:cNvSpPr>
          <p:nvPr>
            <p:ph type="sldImg"/>
          </p:nvPr>
        </p:nvSpPr>
        <p:spPr bwMode="auto"/>
      </p:sp>
      <p:sp>
        <p:nvSpPr>
          <p:cNvPr id="763393231" name="Notes Placeholder 2"/>
          <p:cNvSpPr>
            <a:spLocks noGrp="1"/>
          </p:cNvSpPr>
          <p:nvPr>
            <p:ph type="body" idx="1"/>
          </p:nvPr>
        </p:nvSpPr>
        <p:spPr bwMode="auto"/>
        <p:txBody>
          <a:bodyPr/>
          <a:lstStyle/>
          <a:p>
            <a:pPr>
              <a:defRPr/>
            </a:pPr>
            <a:endParaRPr/>
          </a:p>
        </p:txBody>
      </p:sp>
      <p:sp>
        <p:nvSpPr>
          <p:cNvPr id="1658752564" name="Slide Number Placeholder 3"/>
          <p:cNvSpPr>
            <a:spLocks noGrp="1"/>
          </p:cNvSpPr>
          <p:nvPr>
            <p:ph type="sldNum" sz="quarter" idx="10"/>
          </p:nvPr>
        </p:nvSpPr>
        <p:spPr bwMode="auto"/>
        <p:txBody>
          <a:bodyPr/>
          <a:lstStyle/>
          <a:p>
            <a:pPr>
              <a:defRPr/>
            </a:pPr>
            <a:fld id="{52371039-7057-0024-AD6D-D19282907BF5}"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67257546" name="Slide Image Placeholder 1"/>
          <p:cNvSpPr>
            <a:spLocks noChangeAspect="1" noGrp="1" noRot="1"/>
          </p:cNvSpPr>
          <p:nvPr>
            <p:ph type="sldImg"/>
          </p:nvPr>
        </p:nvSpPr>
        <p:spPr bwMode="auto"/>
      </p:sp>
      <p:sp>
        <p:nvSpPr>
          <p:cNvPr id="787544083" name="Notes Placeholder 2"/>
          <p:cNvSpPr>
            <a:spLocks noGrp="1"/>
          </p:cNvSpPr>
          <p:nvPr>
            <p:ph type="body" idx="1"/>
          </p:nvPr>
        </p:nvSpPr>
        <p:spPr bwMode="auto"/>
        <p:txBody>
          <a:bodyPr/>
          <a:lstStyle/>
          <a:p>
            <a:pPr>
              <a:defRPr/>
            </a:pPr>
            <a:endParaRPr/>
          </a:p>
        </p:txBody>
      </p:sp>
      <p:sp>
        <p:nvSpPr>
          <p:cNvPr id="1374568673" name="Slide Number Placeholder 3"/>
          <p:cNvSpPr>
            <a:spLocks noGrp="1"/>
          </p:cNvSpPr>
          <p:nvPr>
            <p:ph type="sldNum" sz="quarter" idx="10"/>
          </p:nvPr>
        </p:nvSpPr>
        <p:spPr bwMode="auto"/>
        <p:txBody>
          <a:bodyPr/>
          <a:lstStyle/>
          <a:p>
            <a:pPr>
              <a:defRPr/>
            </a:pPr>
            <a:fld id="{B0C0CD96-5066-518E-9727-C437E8722A89}"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49321331" name="Slide Image Placeholder 1"/>
          <p:cNvSpPr>
            <a:spLocks noChangeAspect="1" noGrp="1" noRot="1"/>
          </p:cNvSpPr>
          <p:nvPr>
            <p:ph type="sldImg"/>
          </p:nvPr>
        </p:nvSpPr>
        <p:spPr bwMode="auto"/>
      </p:sp>
      <p:sp>
        <p:nvSpPr>
          <p:cNvPr id="759556771" name="Notes Placeholder 2"/>
          <p:cNvSpPr>
            <a:spLocks noGrp="1"/>
          </p:cNvSpPr>
          <p:nvPr>
            <p:ph type="body" idx="1"/>
          </p:nvPr>
        </p:nvSpPr>
        <p:spPr bwMode="auto"/>
        <p:txBody>
          <a:bodyPr/>
          <a:lstStyle/>
          <a:p>
            <a:pPr>
              <a:defRPr/>
            </a:pPr>
            <a:endParaRPr/>
          </a:p>
        </p:txBody>
      </p:sp>
      <p:sp>
        <p:nvSpPr>
          <p:cNvPr id="1427402156" name="Slide Number Placeholder 3"/>
          <p:cNvSpPr>
            <a:spLocks noGrp="1"/>
          </p:cNvSpPr>
          <p:nvPr>
            <p:ph type="sldNum" sz="quarter" idx="10"/>
          </p:nvPr>
        </p:nvSpPr>
        <p:spPr bwMode="auto"/>
        <p:txBody>
          <a:bodyPr/>
          <a:lstStyle/>
          <a:p>
            <a:pPr>
              <a:defRPr/>
            </a:pPr>
            <a:fld id="{BB46B019-2DD4-C844-7E58-CA05475FD47C}"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60395721" name="Slide Image Placeholder 1"/>
          <p:cNvSpPr>
            <a:spLocks noChangeAspect="1" noGrp="1" noRot="1"/>
          </p:cNvSpPr>
          <p:nvPr>
            <p:ph type="sldImg"/>
          </p:nvPr>
        </p:nvSpPr>
        <p:spPr bwMode="auto"/>
      </p:sp>
      <p:sp>
        <p:nvSpPr>
          <p:cNvPr id="782341412" name="Notes Placeholder 2"/>
          <p:cNvSpPr>
            <a:spLocks noGrp="1"/>
          </p:cNvSpPr>
          <p:nvPr>
            <p:ph type="body" idx="1"/>
          </p:nvPr>
        </p:nvSpPr>
        <p:spPr bwMode="auto"/>
        <p:txBody>
          <a:bodyPr/>
          <a:lstStyle/>
          <a:p>
            <a:pPr>
              <a:defRPr/>
            </a:pPr>
            <a:endParaRPr/>
          </a:p>
        </p:txBody>
      </p:sp>
      <p:sp>
        <p:nvSpPr>
          <p:cNvPr id="2132663987" name="Slide Number Placeholder 3"/>
          <p:cNvSpPr>
            <a:spLocks noGrp="1"/>
          </p:cNvSpPr>
          <p:nvPr>
            <p:ph type="sldNum" sz="quarter" idx="10"/>
          </p:nvPr>
        </p:nvSpPr>
        <p:spPr bwMode="auto"/>
        <p:txBody>
          <a:bodyPr/>
          <a:lstStyle/>
          <a:p>
            <a:pPr>
              <a:defRPr/>
            </a:pPr>
            <a:fld id="{4FFC4AAB-1009-4511-724B-451030A217F1}"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012451826" name="Slide Image Placeholder 1"/>
          <p:cNvSpPr>
            <a:spLocks noChangeAspect="1" noGrp="1" noRot="1"/>
          </p:cNvSpPr>
          <p:nvPr>
            <p:ph type="sldImg"/>
          </p:nvPr>
        </p:nvSpPr>
        <p:spPr bwMode="auto"/>
      </p:sp>
      <p:sp>
        <p:nvSpPr>
          <p:cNvPr id="436563670" name="Notes Placeholder 2"/>
          <p:cNvSpPr>
            <a:spLocks noGrp="1"/>
          </p:cNvSpPr>
          <p:nvPr>
            <p:ph type="body" idx="1"/>
          </p:nvPr>
        </p:nvSpPr>
        <p:spPr bwMode="auto"/>
        <p:txBody>
          <a:bodyPr/>
          <a:lstStyle/>
          <a:p>
            <a:pPr>
              <a:defRPr/>
            </a:pPr>
            <a:endParaRPr/>
          </a:p>
        </p:txBody>
      </p:sp>
      <p:sp>
        <p:nvSpPr>
          <p:cNvPr id="1234681425" name="Slide Number Placeholder 3"/>
          <p:cNvSpPr>
            <a:spLocks noGrp="1"/>
          </p:cNvSpPr>
          <p:nvPr>
            <p:ph type="sldNum" sz="quarter" idx="10"/>
          </p:nvPr>
        </p:nvSpPr>
        <p:spPr bwMode="auto"/>
        <p:txBody>
          <a:bodyPr/>
          <a:lstStyle/>
          <a:p>
            <a:pPr>
              <a:defRPr/>
            </a:pPr>
            <a:fld id="{3C1ABBD8-8374-F4F7-F8B6-C4861C8C1537}"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69423609" name="Slide Image Placeholder 1"/>
          <p:cNvSpPr>
            <a:spLocks noChangeAspect="1" noGrp="1" noRot="1"/>
          </p:cNvSpPr>
          <p:nvPr>
            <p:ph type="sldImg"/>
          </p:nvPr>
        </p:nvSpPr>
        <p:spPr bwMode="auto"/>
      </p:sp>
      <p:sp>
        <p:nvSpPr>
          <p:cNvPr id="559258243" name="Notes Placeholder 2"/>
          <p:cNvSpPr>
            <a:spLocks noGrp="1"/>
          </p:cNvSpPr>
          <p:nvPr>
            <p:ph type="body" idx="1"/>
          </p:nvPr>
        </p:nvSpPr>
        <p:spPr bwMode="auto"/>
        <p:txBody>
          <a:bodyPr/>
          <a:lstStyle/>
          <a:p>
            <a:pPr>
              <a:defRPr/>
            </a:pPr>
            <a:endParaRPr/>
          </a:p>
        </p:txBody>
      </p:sp>
      <p:sp>
        <p:nvSpPr>
          <p:cNvPr id="319182318" name="Slide Number Placeholder 3"/>
          <p:cNvSpPr>
            <a:spLocks noGrp="1"/>
          </p:cNvSpPr>
          <p:nvPr>
            <p:ph type="sldNum" sz="quarter" idx="10"/>
          </p:nvPr>
        </p:nvSpPr>
        <p:spPr bwMode="auto"/>
        <p:txBody>
          <a:bodyPr/>
          <a:lstStyle/>
          <a:p>
            <a:pPr>
              <a:defRPr/>
            </a:pPr>
            <a:fld id="{6DDEA3B2-A2FF-EC4D-8DB5-3D830A984C99}"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579563729" name="Slide Image Placeholder 1"/>
          <p:cNvSpPr>
            <a:spLocks noChangeAspect="1" noGrp="1" noRot="1"/>
          </p:cNvSpPr>
          <p:nvPr>
            <p:ph type="sldImg"/>
          </p:nvPr>
        </p:nvSpPr>
        <p:spPr bwMode="auto"/>
      </p:sp>
      <p:sp>
        <p:nvSpPr>
          <p:cNvPr id="898675204" name="Notes Placeholder 2"/>
          <p:cNvSpPr>
            <a:spLocks noGrp="1"/>
          </p:cNvSpPr>
          <p:nvPr>
            <p:ph type="body" idx="1"/>
          </p:nvPr>
        </p:nvSpPr>
        <p:spPr bwMode="auto"/>
        <p:txBody>
          <a:bodyPr/>
          <a:lstStyle/>
          <a:p>
            <a:pPr>
              <a:defRPr/>
            </a:pPr>
            <a:endParaRPr/>
          </a:p>
        </p:txBody>
      </p:sp>
      <p:sp>
        <p:nvSpPr>
          <p:cNvPr id="397655890" name="Slide Number Placeholder 3"/>
          <p:cNvSpPr>
            <a:spLocks noGrp="1"/>
          </p:cNvSpPr>
          <p:nvPr>
            <p:ph type="sldNum" sz="quarter" idx="10"/>
          </p:nvPr>
        </p:nvSpPr>
        <p:spPr bwMode="auto"/>
        <p:txBody>
          <a:bodyPr/>
          <a:lstStyle/>
          <a:p>
            <a:pPr>
              <a:defRPr/>
            </a:pPr>
            <a:fld id="{60E2AD53-FAB1-884C-A2A1-EAEDB77647E5}"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661680496" name="Slide Image Placeholder 1"/>
          <p:cNvSpPr>
            <a:spLocks noChangeAspect="1" noGrp="1" noRot="1"/>
          </p:cNvSpPr>
          <p:nvPr>
            <p:ph type="sldImg"/>
          </p:nvPr>
        </p:nvSpPr>
        <p:spPr bwMode="auto"/>
      </p:sp>
      <p:sp>
        <p:nvSpPr>
          <p:cNvPr id="1959465087" name="Notes Placeholder 2"/>
          <p:cNvSpPr>
            <a:spLocks noGrp="1"/>
          </p:cNvSpPr>
          <p:nvPr>
            <p:ph type="body" idx="1"/>
          </p:nvPr>
        </p:nvSpPr>
        <p:spPr bwMode="auto"/>
        <p:txBody>
          <a:bodyPr/>
          <a:lstStyle/>
          <a:p>
            <a:pPr>
              <a:defRPr/>
            </a:pPr>
            <a:endParaRPr/>
          </a:p>
        </p:txBody>
      </p:sp>
      <p:sp>
        <p:nvSpPr>
          <p:cNvPr id="950034780" name="Slide Number Placeholder 3"/>
          <p:cNvSpPr>
            <a:spLocks noGrp="1"/>
          </p:cNvSpPr>
          <p:nvPr>
            <p:ph type="sldNum" sz="quarter" idx="10"/>
          </p:nvPr>
        </p:nvSpPr>
        <p:spPr bwMode="auto"/>
        <p:txBody>
          <a:bodyPr/>
          <a:lstStyle/>
          <a:p>
            <a:pPr>
              <a:defRPr/>
            </a:pPr>
            <a:fld id="{8C223238-1D50-0DD9-9068-C7A5B68069B3}"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72736525" name="Slide Image Placeholder 1"/>
          <p:cNvSpPr>
            <a:spLocks noChangeAspect="1" noGrp="1" noRot="1"/>
          </p:cNvSpPr>
          <p:nvPr>
            <p:ph type="sldImg"/>
          </p:nvPr>
        </p:nvSpPr>
        <p:spPr bwMode="auto"/>
      </p:sp>
      <p:sp>
        <p:nvSpPr>
          <p:cNvPr id="1309094939" name="Notes Placeholder 2"/>
          <p:cNvSpPr>
            <a:spLocks noGrp="1"/>
          </p:cNvSpPr>
          <p:nvPr>
            <p:ph type="body" idx="1"/>
          </p:nvPr>
        </p:nvSpPr>
        <p:spPr bwMode="auto"/>
        <p:txBody>
          <a:bodyPr/>
          <a:lstStyle/>
          <a:p>
            <a:pPr>
              <a:defRPr/>
            </a:pPr>
            <a:endParaRPr/>
          </a:p>
        </p:txBody>
      </p:sp>
      <p:sp>
        <p:nvSpPr>
          <p:cNvPr id="1625015743" name="Slide Number Placeholder 3"/>
          <p:cNvSpPr>
            <a:spLocks noGrp="1"/>
          </p:cNvSpPr>
          <p:nvPr>
            <p:ph type="sldNum" sz="quarter" idx="10"/>
          </p:nvPr>
        </p:nvSpPr>
        <p:spPr bwMode="auto"/>
        <p:txBody>
          <a:bodyPr/>
          <a:lstStyle/>
          <a:p>
            <a:pPr>
              <a:defRPr/>
            </a:pPr>
            <a:fld id="{BC284482-5310-130A-33FE-3AB8ECD99E6C}"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112710625" name="Slide Image Placeholder 1"/>
          <p:cNvSpPr>
            <a:spLocks noChangeAspect="1" noGrp="1" noRot="1"/>
          </p:cNvSpPr>
          <p:nvPr>
            <p:ph type="sldImg"/>
          </p:nvPr>
        </p:nvSpPr>
        <p:spPr bwMode="auto"/>
      </p:sp>
      <p:sp>
        <p:nvSpPr>
          <p:cNvPr id="1308033664" name="Notes Placeholder 2"/>
          <p:cNvSpPr>
            <a:spLocks noGrp="1"/>
          </p:cNvSpPr>
          <p:nvPr>
            <p:ph type="body" idx="1"/>
          </p:nvPr>
        </p:nvSpPr>
        <p:spPr bwMode="auto"/>
        <p:txBody>
          <a:bodyPr/>
          <a:lstStyle/>
          <a:p>
            <a:pPr>
              <a:defRPr/>
            </a:pPr>
            <a:endParaRPr/>
          </a:p>
        </p:txBody>
      </p:sp>
      <p:sp>
        <p:nvSpPr>
          <p:cNvPr id="831961055" name="Slide Number Placeholder 3"/>
          <p:cNvSpPr>
            <a:spLocks noGrp="1"/>
          </p:cNvSpPr>
          <p:nvPr>
            <p:ph type="sldNum" sz="quarter" idx="10"/>
          </p:nvPr>
        </p:nvSpPr>
        <p:spPr bwMode="auto"/>
        <p:txBody>
          <a:bodyPr/>
          <a:lstStyle/>
          <a:p>
            <a:pPr>
              <a:defRPr/>
            </a:pPr>
            <a:fld id="{1D341620-A5FA-E8DD-D763-79F040E37BDC}"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20035797" name="Slide Image Placeholder 1"/>
          <p:cNvSpPr>
            <a:spLocks noChangeAspect="1" noGrp="1" noRot="1"/>
          </p:cNvSpPr>
          <p:nvPr>
            <p:ph type="sldImg"/>
          </p:nvPr>
        </p:nvSpPr>
        <p:spPr bwMode="auto"/>
      </p:sp>
      <p:sp>
        <p:nvSpPr>
          <p:cNvPr id="1314325687" name="Notes Placeholder 2"/>
          <p:cNvSpPr>
            <a:spLocks noGrp="1"/>
          </p:cNvSpPr>
          <p:nvPr>
            <p:ph type="body" idx="1"/>
          </p:nvPr>
        </p:nvSpPr>
        <p:spPr bwMode="auto"/>
        <p:txBody>
          <a:bodyPr/>
          <a:lstStyle/>
          <a:p>
            <a:pPr>
              <a:defRPr/>
            </a:pPr>
            <a:endParaRPr/>
          </a:p>
        </p:txBody>
      </p:sp>
      <p:sp>
        <p:nvSpPr>
          <p:cNvPr id="826963194" name="Slide Number Placeholder 3"/>
          <p:cNvSpPr>
            <a:spLocks noGrp="1"/>
          </p:cNvSpPr>
          <p:nvPr>
            <p:ph type="sldNum" sz="quarter" idx="10"/>
          </p:nvPr>
        </p:nvSpPr>
        <p:spPr bwMode="auto"/>
        <p:txBody>
          <a:bodyPr/>
          <a:lstStyle/>
          <a:p>
            <a:pPr>
              <a:defRPr/>
            </a:pPr>
            <a:fld id="{D8F2EFC4-E385-573F-229E-544123AC0E29}"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36428857" name="Slide Image Placeholder 1"/>
          <p:cNvSpPr>
            <a:spLocks noChangeAspect="1" noGrp="1" noRot="1"/>
          </p:cNvSpPr>
          <p:nvPr>
            <p:ph type="sldImg"/>
          </p:nvPr>
        </p:nvSpPr>
        <p:spPr bwMode="auto"/>
      </p:sp>
      <p:sp>
        <p:nvSpPr>
          <p:cNvPr id="669218669" name="Notes Placeholder 2"/>
          <p:cNvSpPr>
            <a:spLocks noGrp="1"/>
          </p:cNvSpPr>
          <p:nvPr>
            <p:ph type="body" idx="1"/>
          </p:nvPr>
        </p:nvSpPr>
        <p:spPr bwMode="auto"/>
        <p:txBody>
          <a:bodyPr/>
          <a:lstStyle/>
          <a:p>
            <a:pPr>
              <a:defRPr/>
            </a:pPr>
            <a:endParaRPr/>
          </a:p>
        </p:txBody>
      </p:sp>
      <p:sp>
        <p:nvSpPr>
          <p:cNvPr id="769761691" name="Slide Number Placeholder 3"/>
          <p:cNvSpPr>
            <a:spLocks noGrp="1"/>
          </p:cNvSpPr>
          <p:nvPr>
            <p:ph type="sldNum" sz="quarter" idx="10"/>
          </p:nvPr>
        </p:nvSpPr>
        <p:spPr bwMode="auto"/>
        <p:txBody>
          <a:bodyPr/>
          <a:lstStyle/>
          <a:p>
            <a:pPr>
              <a:defRPr/>
            </a:pPr>
            <a:fld id="{6B266B7B-480E-FEAB-B9B1-DB1F3999A001}"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5180919" name="Slide Image Placeholder 1"/>
          <p:cNvSpPr>
            <a:spLocks noChangeAspect="1" noGrp="1" noRot="1"/>
          </p:cNvSpPr>
          <p:nvPr>
            <p:ph type="sldImg"/>
          </p:nvPr>
        </p:nvSpPr>
        <p:spPr bwMode="auto"/>
      </p:sp>
      <p:sp>
        <p:nvSpPr>
          <p:cNvPr id="1990664244" name="Notes Placeholder 2"/>
          <p:cNvSpPr>
            <a:spLocks noGrp="1"/>
          </p:cNvSpPr>
          <p:nvPr>
            <p:ph type="body" idx="1"/>
          </p:nvPr>
        </p:nvSpPr>
        <p:spPr bwMode="auto"/>
        <p:txBody>
          <a:bodyPr/>
          <a:lstStyle/>
          <a:p>
            <a:pPr>
              <a:defRPr/>
            </a:pPr>
            <a:endParaRPr/>
          </a:p>
        </p:txBody>
      </p:sp>
      <p:sp>
        <p:nvSpPr>
          <p:cNvPr id="1183757501" name="Slide Number Placeholder 3"/>
          <p:cNvSpPr>
            <a:spLocks noGrp="1"/>
          </p:cNvSpPr>
          <p:nvPr>
            <p:ph type="sldNum" sz="quarter" idx="10"/>
          </p:nvPr>
        </p:nvSpPr>
        <p:spPr bwMode="auto"/>
        <p:txBody>
          <a:bodyPr/>
          <a:lstStyle/>
          <a:p>
            <a:pPr>
              <a:defRPr/>
            </a:pPr>
            <a:fld id="{8E5A75A7-626B-33A7-383B-15F75A761A09}"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40603580" name="Slide Image Placeholder 1"/>
          <p:cNvSpPr>
            <a:spLocks noChangeAspect="1" noGrp="1" noRot="1"/>
          </p:cNvSpPr>
          <p:nvPr>
            <p:ph type="sldImg"/>
          </p:nvPr>
        </p:nvSpPr>
        <p:spPr bwMode="auto"/>
      </p:sp>
      <p:sp>
        <p:nvSpPr>
          <p:cNvPr id="1908192813" name="Notes Placeholder 2"/>
          <p:cNvSpPr>
            <a:spLocks noGrp="1"/>
          </p:cNvSpPr>
          <p:nvPr>
            <p:ph type="body" idx="1"/>
          </p:nvPr>
        </p:nvSpPr>
        <p:spPr bwMode="auto"/>
        <p:txBody>
          <a:bodyPr/>
          <a:lstStyle/>
          <a:p>
            <a:pPr>
              <a:defRPr/>
            </a:pPr>
            <a:endParaRPr/>
          </a:p>
        </p:txBody>
      </p:sp>
      <p:sp>
        <p:nvSpPr>
          <p:cNvPr id="139001152" name="Slide Number Placeholder 3"/>
          <p:cNvSpPr>
            <a:spLocks noGrp="1"/>
          </p:cNvSpPr>
          <p:nvPr>
            <p:ph type="sldNum" sz="quarter" idx="10"/>
          </p:nvPr>
        </p:nvSpPr>
        <p:spPr bwMode="auto"/>
        <p:txBody>
          <a:bodyPr/>
          <a:lstStyle/>
          <a:p>
            <a:pPr>
              <a:defRPr/>
            </a:pPr>
            <a:fld id="{03C2529D-D558-E853-547C-0C430DC24BBA}"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1908708219" name="Title 1"/>
          <p:cNvSpPr>
            <a:spLocks noGrp="1"/>
          </p:cNvSpPr>
          <p:nvPr>
            <p:ph type="ctrTitle"/>
          </p:nvPr>
        </p:nvSpPr>
        <p:spPr bwMode="auto">
          <a:xfrm>
            <a:off x="1524000" y="1122363"/>
            <a:ext cx="9144000" cy="2387600"/>
          </a:xfrm>
        </p:spPr>
        <p:txBody>
          <a:bodyPr anchor="b"/>
          <a:lstStyle>
            <a:lvl1pPr algn="ctr">
              <a:defRPr sz="6000"/>
            </a:lvl1pPr>
          </a:lstStyle>
          <a:p>
            <a:pPr>
              <a:defRPr/>
            </a:pPr>
            <a:r>
              <a:rPr lang="en-US"/>
              <a:t>Click to edit Master title style</a:t>
            </a:r>
            <a:endParaRPr lang="en-IN"/>
          </a:p>
        </p:txBody>
      </p:sp>
      <p:sp>
        <p:nvSpPr>
          <p:cNvPr id="216747327" name="Subtitle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IN"/>
          </a:p>
        </p:txBody>
      </p:sp>
      <p:sp>
        <p:nvSpPr>
          <p:cNvPr id="2046831854" name="Date Placeholder 3"/>
          <p:cNvSpPr>
            <a:spLocks noGrp="1"/>
          </p:cNvSpPr>
          <p:nvPr>
            <p:ph type="dt" sz="half" idx="10"/>
          </p:nvPr>
        </p:nvSpPr>
        <p:spPr bwMode="auto"/>
        <p:txBody>
          <a:bodyPr/>
          <a:lstStyle/>
          <a:p>
            <a:pPr>
              <a:defRPr/>
            </a:pPr>
            <a:fld id="{8BF50119-0CF6-4AE2-9187-38899C565467}" type="datetimeFigureOut">
              <a:rPr lang="en-IN"/>
              <a:t>04-07-2025</a:t>
            </a:fld>
            <a:endParaRPr lang="en-IN"/>
          </a:p>
        </p:txBody>
      </p:sp>
      <p:sp>
        <p:nvSpPr>
          <p:cNvPr id="395666314" name="Footer Placeholder 4"/>
          <p:cNvSpPr>
            <a:spLocks noGrp="1"/>
          </p:cNvSpPr>
          <p:nvPr>
            <p:ph type="ftr" sz="quarter" idx="11"/>
          </p:nvPr>
        </p:nvSpPr>
        <p:spPr bwMode="auto"/>
        <p:txBody>
          <a:bodyPr/>
          <a:lstStyle/>
          <a:p>
            <a:pPr>
              <a:defRPr/>
            </a:pPr>
            <a:endParaRPr lang="en-IN"/>
          </a:p>
        </p:txBody>
      </p:sp>
      <p:sp>
        <p:nvSpPr>
          <p:cNvPr id="82788013" name="Slide Number Placeholder 5"/>
          <p:cNvSpPr>
            <a:spLocks noGrp="1"/>
          </p:cNvSpPr>
          <p:nvPr>
            <p:ph type="sldNum" sz="quarter" idx="12"/>
          </p:nvPr>
        </p:nvSpPr>
        <p:spPr bwMode="auto"/>
        <p:txBody>
          <a:bodyPr/>
          <a:lstStyle/>
          <a:p>
            <a:pPr>
              <a:defRPr/>
            </a:pPr>
            <a:fld id="{C1552E67-75FC-4EED-828F-E6A0E039FC12}" type="slidenum">
              <a:rPr lang="en-IN"/>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1397388201" name="Title 1"/>
          <p:cNvSpPr>
            <a:spLocks noGrp="1"/>
          </p:cNvSpPr>
          <p:nvPr>
            <p:ph type="title"/>
          </p:nvPr>
        </p:nvSpPr>
        <p:spPr bwMode="auto"/>
        <p:txBody>
          <a:bodyPr/>
          <a:lstStyle/>
          <a:p>
            <a:pPr>
              <a:defRPr/>
            </a:pPr>
            <a:r>
              <a:rPr lang="en-US"/>
              <a:t>Click to edit Master title style</a:t>
            </a:r>
            <a:endParaRPr lang="en-IN"/>
          </a:p>
        </p:txBody>
      </p:sp>
      <p:sp>
        <p:nvSpPr>
          <p:cNvPr id="31170757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863058784" name="Date Placeholder 3"/>
          <p:cNvSpPr>
            <a:spLocks noGrp="1"/>
          </p:cNvSpPr>
          <p:nvPr>
            <p:ph type="dt" sz="half" idx="10"/>
          </p:nvPr>
        </p:nvSpPr>
        <p:spPr bwMode="auto"/>
        <p:txBody>
          <a:bodyPr/>
          <a:lstStyle/>
          <a:p>
            <a:pPr>
              <a:defRPr/>
            </a:pPr>
            <a:fld id="{8BF50119-0CF6-4AE2-9187-38899C565467}" type="datetimeFigureOut">
              <a:rPr lang="en-IN"/>
              <a:t>04-07-2025</a:t>
            </a:fld>
            <a:endParaRPr lang="en-IN"/>
          </a:p>
        </p:txBody>
      </p:sp>
      <p:sp>
        <p:nvSpPr>
          <p:cNvPr id="1358203474" name="Footer Placeholder 4"/>
          <p:cNvSpPr>
            <a:spLocks noGrp="1"/>
          </p:cNvSpPr>
          <p:nvPr>
            <p:ph type="ftr" sz="quarter" idx="11"/>
          </p:nvPr>
        </p:nvSpPr>
        <p:spPr bwMode="auto"/>
        <p:txBody>
          <a:bodyPr/>
          <a:lstStyle/>
          <a:p>
            <a:pPr>
              <a:defRPr/>
            </a:pPr>
            <a:endParaRPr lang="en-IN"/>
          </a:p>
        </p:txBody>
      </p:sp>
      <p:sp>
        <p:nvSpPr>
          <p:cNvPr id="2073405148" name="Slide Number Placeholder 5"/>
          <p:cNvSpPr>
            <a:spLocks noGrp="1"/>
          </p:cNvSpPr>
          <p:nvPr>
            <p:ph type="sldNum" sz="quarter" idx="12"/>
          </p:nvPr>
        </p:nvSpPr>
        <p:spPr bwMode="auto"/>
        <p:txBody>
          <a:bodyPr/>
          <a:lstStyle/>
          <a:p>
            <a:pPr>
              <a:defRPr/>
            </a:pPr>
            <a:fld id="{C1552E67-75FC-4EED-828F-E6A0E039FC12}" type="slidenum">
              <a:rPr lang="en-IN"/>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861944035"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IN"/>
          </a:p>
        </p:txBody>
      </p:sp>
      <p:sp>
        <p:nvSpPr>
          <p:cNvPr id="771373475"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941376656" name="Date Placeholder 3"/>
          <p:cNvSpPr>
            <a:spLocks noGrp="1"/>
          </p:cNvSpPr>
          <p:nvPr>
            <p:ph type="dt" sz="half" idx="10"/>
          </p:nvPr>
        </p:nvSpPr>
        <p:spPr bwMode="auto"/>
        <p:txBody>
          <a:bodyPr/>
          <a:lstStyle/>
          <a:p>
            <a:pPr>
              <a:defRPr/>
            </a:pPr>
            <a:fld id="{8BF50119-0CF6-4AE2-9187-38899C565467}" type="datetimeFigureOut">
              <a:rPr lang="en-IN"/>
              <a:t>04-07-2025</a:t>
            </a:fld>
            <a:endParaRPr lang="en-IN"/>
          </a:p>
        </p:txBody>
      </p:sp>
      <p:sp>
        <p:nvSpPr>
          <p:cNvPr id="1629697287" name="Footer Placeholder 4"/>
          <p:cNvSpPr>
            <a:spLocks noGrp="1"/>
          </p:cNvSpPr>
          <p:nvPr>
            <p:ph type="ftr" sz="quarter" idx="11"/>
          </p:nvPr>
        </p:nvSpPr>
        <p:spPr bwMode="auto"/>
        <p:txBody>
          <a:bodyPr/>
          <a:lstStyle/>
          <a:p>
            <a:pPr>
              <a:defRPr/>
            </a:pPr>
            <a:endParaRPr lang="en-IN"/>
          </a:p>
        </p:txBody>
      </p:sp>
      <p:sp>
        <p:nvSpPr>
          <p:cNvPr id="1967948734" name="Slide Number Placeholder 5"/>
          <p:cNvSpPr>
            <a:spLocks noGrp="1"/>
          </p:cNvSpPr>
          <p:nvPr>
            <p:ph type="sldNum" sz="quarter" idx="12"/>
          </p:nvPr>
        </p:nvSpPr>
        <p:spPr bwMode="auto"/>
        <p:txBody>
          <a:bodyPr/>
          <a:lstStyle/>
          <a:p>
            <a:pPr>
              <a:defRPr/>
            </a:pPr>
            <a:fld id="{C1552E67-75FC-4EED-828F-E6A0E039FC12}" type="slidenum">
              <a:rPr lang="en-IN"/>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1418151711" name="Title 1"/>
          <p:cNvSpPr>
            <a:spLocks noGrp="1"/>
          </p:cNvSpPr>
          <p:nvPr>
            <p:ph type="title"/>
          </p:nvPr>
        </p:nvSpPr>
        <p:spPr bwMode="auto"/>
        <p:txBody>
          <a:bodyPr/>
          <a:lstStyle/>
          <a:p>
            <a:pPr>
              <a:defRPr/>
            </a:pPr>
            <a:r>
              <a:rPr lang="en-US"/>
              <a:t>Click to edit Master title style</a:t>
            </a:r>
            <a:endParaRPr lang="en-IN"/>
          </a:p>
        </p:txBody>
      </p:sp>
      <p:sp>
        <p:nvSpPr>
          <p:cNvPr id="1869816240"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1435980263"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1320775868" name="Date Placeholder 4"/>
          <p:cNvSpPr>
            <a:spLocks noGrp="1"/>
          </p:cNvSpPr>
          <p:nvPr>
            <p:ph type="dt" sz="half" idx="10"/>
          </p:nvPr>
        </p:nvSpPr>
        <p:spPr bwMode="auto"/>
        <p:txBody>
          <a:bodyPr/>
          <a:lstStyle/>
          <a:p>
            <a:pPr>
              <a:defRPr/>
            </a:pPr>
            <a:fld id="{8BF50119-0CF6-4AE2-9187-38899C565467}" type="datetimeFigureOut">
              <a:rPr lang="en-IN"/>
              <a:t>04-07-2025</a:t>
            </a:fld>
            <a:endParaRPr lang="en-IN"/>
          </a:p>
        </p:txBody>
      </p:sp>
      <p:sp>
        <p:nvSpPr>
          <p:cNvPr id="47310575" name="Footer Placeholder 5"/>
          <p:cNvSpPr>
            <a:spLocks noGrp="1"/>
          </p:cNvSpPr>
          <p:nvPr>
            <p:ph type="ftr" sz="quarter" idx="11"/>
          </p:nvPr>
        </p:nvSpPr>
        <p:spPr bwMode="auto"/>
        <p:txBody>
          <a:bodyPr/>
          <a:lstStyle/>
          <a:p>
            <a:pPr>
              <a:defRPr/>
            </a:pPr>
            <a:endParaRPr lang="en-IN"/>
          </a:p>
        </p:txBody>
      </p:sp>
      <p:sp>
        <p:nvSpPr>
          <p:cNvPr id="526723951" name="Slide Number Placeholder 6"/>
          <p:cNvSpPr>
            <a:spLocks noGrp="1"/>
          </p:cNvSpPr>
          <p:nvPr>
            <p:ph type="sldNum" sz="quarter" idx="12"/>
          </p:nvPr>
        </p:nvSpPr>
        <p:spPr bwMode="auto"/>
        <p:txBody>
          <a:bodyPr/>
          <a:lstStyle/>
          <a:p>
            <a:pPr>
              <a:defRPr/>
            </a:pPr>
            <a:fld id="{C1552E67-75FC-4EED-828F-E6A0E039FC12}" type="slidenum">
              <a:rPr lang="en-IN"/>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896603848"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IN"/>
          </a:p>
        </p:txBody>
      </p:sp>
      <p:sp>
        <p:nvSpPr>
          <p:cNvPr id="36709220"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993835057"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1306665611"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329271920"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1803919587" name="Date Placeholder 6"/>
          <p:cNvSpPr>
            <a:spLocks noGrp="1"/>
          </p:cNvSpPr>
          <p:nvPr>
            <p:ph type="dt" sz="half" idx="10"/>
          </p:nvPr>
        </p:nvSpPr>
        <p:spPr bwMode="auto"/>
        <p:txBody>
          <a:bodyPr/>
          <a:lstStyle/>
          <a:p>
            <a:pPr>
              <a:defRPr/>
            </a:pPr>
            <a:fld id="{8BF50119-0CF6-4AE2-9187-38899C565467}" type="datetimeFigureOut">
              <a:rPr lang="en-IN"/>
              <a:t>04-07-2025</a:t>
            </a:fld>
            <a:endParaRPr lang="en-IN"/>
          </a:p>
        </p:txBody>
      </p:sp>
      <p:sp>
        <p:nvSpPr>
          <p:cNvPr id="76681422" name="Footer Placeholder 7"/>
          <p:cNvSpPr>
            <a:spLocks noGrp="1"/>
          </p:cNvSpPr>
          <p:nvPr>
            <p:ph type="ftr" sz="quarter" idx="11"/>
          </p:nvPr>
        </p:nvSpPr>
        <p:spPr bwMode="auto"/>
        <p:txBody>
          <a:bodyPr/>
          <a:lstStyle/>
          <a:p>
            <a:pPr>
              <a:defRPr/>
            </a:pPr>
            <a:endParaRPr lang="en-IN"/>
          </a:p>
        </p:txBody>
      </p:sp>
      <p:sp>
        <p:nvSpPr>
          <p:cNvPr id="959516285" name="Slide Number Placeholder 8"/>
          <p:cNvSpPr>
            <a:spLocks noGrp="1"/>
          </p:cNvSpPr>
          <p:nvPr>
            <p:ph type="sldNum" sz="quarter" idx="12"/>
          </p:nvPr>
        </p:nvSpPr>
        <p:spPr bwMode="auto"/>
        <p:txBody>
          <a:bodyPr/>
          <a:lstStyle/>
          <a:p>
            <a:pPr>
              <a:defRPr/>
            </a:pPr>
            <a:fld id="{C1552E67-75FC-4EED-828F-E6A0E039FC12}" type="slidenum">
              <a:rPr lang="en-IN"/>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391469529" name="Title 1"/>
          <p:cNvSpPr>
            <a:spLocks noGrp="1"/>
          </p:cNvSpPr>
          <p:nvPr>
            <p:ph type="title"/>
          </p:nvPr>
        </p:nvSpPr>
        <p:spPr bwMode="auto"/>
        <p:txBody>
          <a:bodyPr/>
          <a:lstStyle/>
          <a:p>
            <a:pPr>
              <a:defRPr/>
            </a:pPr>
            <a:r>
              <a:rPr lang="en-US"/>
              <a:t>Click to edit Master title style</a:t>
            </a:r>
            <a:endParaRPr lang="en-IN"/>
          </a:p>
        </p:txBody>
      </p:sp>
      <p:sp>
        <p:nvSpPr>
          <p:cNvPr id="373852708" name="Date Placeholder 2"/>
          <p:cNvSpPr>
            <a:spLocks noGrp="1"/>
          </p:cNvSpPr>
          <p:nvPr>
            <p:ph type="dt" sz="half" idx="10"/>
          </p:nvPr>
        </p:nvSpPr>
        <p:spPr bwMode="auto"/>
        <p:txBody>
          <a:bodyPr/>
          <a:lstStyle/>
          <a:p>
            <a:pPr>
              <a:defRPr/>
            </a:pPr>
            <a:fld id="{8BF50119-0CF6-4AE2-9187-38899C565467}" type="datetimeFigureOut">
              <a:rPr lang="en-IN"/>
              <a:t>04-07-2025</a:t>
            </a:fld>
            <a:endParaRPr lang="en-IN"/>
          </a:p>
        </p:txBody>
      </p:sp>
      <p:sp>
        <p:nvSpPr>
          <p:cNvPr id="1633453065" name="Footer Placeholder 3"/>
          <p:cNvSpPr>
            <a:spLocks noGrp="1"/>
          </p:cNvSpPr>
          <p:nvPr>
            <p:ph type="ftr" sz="quarter" idx="11"/>
          </p:nvPr>
        </p:nvSpPr>
        <p:spPr bwMode="auto"/>
        <p:txBody>
          <a:bodyPr/>
          <a:lstStyle/>
          <a:p>
            <a:pPr>
              <a:defRPr/>
            </a:pPr>
            <a:endParaRPr lang="en-IN"/>
          </a:p>
        </p:txBody>
      </p:sp>
      <p:sp>
        <p:nvSpPr>
          <p:cNvPr id="501468203" name="Slide Number Placeholder 4"/>
          <p:cNvSpPr>
            <a:spLocks noGrp="1"/>
          </p:cNvSpPr>
          <p:nvPr>
            <p:ph type="sldNum" sz="quarter" idx="12"/>
          </p:nvPr>
        </p:nvSpPr>
        <p:spPr bwMode="auto"/>
        <p:txBody>
          <a:bodyPr/>
          <a:lstStyle/>
          <a:p>
            <a:pPr>
              <a:defRPr/>
            </a:pPr>
            <a:fld id="{C1552E67-75FC-4EED-828F-E6A0E039FC12}" type="slidenum">
              <a:rPr lang="en-IN"/>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60894585" name="Date Placeholder 1"/>
          <p:cNvSpPr>
            <a:spLocks noGrp="1"/>
          </p:cNvSpPr>
          <p:nvPr>
            <p:ph type="dt" sz="half" idx="10"/>
          </p:nvPr>
        </p:nvSpPr>
        <p:spPr bwMode="auto"/>
        <p:txBody>
          <a:bodyPr/>
          <a:lstStyle/>
          <a:p>
            <a:pPr>
              <a:defRPr/>
            </a:pPr>
            <a:fld id="{8BF50119-0CF6-4AE2-9187-38899C565467}" type="datetimeFigureOut">
              <a:rPr lang="en-IN"/>
              <a:t>04-07-2025</a:t>
            </a:fld>
            <a:endParaRPr lang="en-IN"/>
          </a:p>
        </p:txBody>
      </p:sp>
      <p:sp>
        <p:nvSpPr>
          <p:cNvPr id="538612554" name="Footer Placeholder 2"/>
          <p:cNvSpPr>
            <a:spLocks noGrp="1"/>
          </p:cNvSpPr>
          <p:nvPr>
            <p:ph type="ftr" sz="quarter" idx="11"/>
          </p:nvPr>
        </p:nvSpPr>
        <p:spPr bwMode="auto"/>
        <p:txBody>
          <a:bodyPr/>
          <a:lstStyle/>
          <a:p>
            <a:pPr>
              <a:defRPr/>
            </a:pPr>
            <a:endParaRPr lang="en-IN"/>
          </a:p>
        </p:txBody>
      </p:sp>
      <p:sp>
        <p:nvSpPr>
          <p:cNvPr id="2041952167" name="Slide Number Placeholder 3"/>
          <p:cNvSpPr>
            <a:spLocks noGrp="1"/>
          </p:cNvSpPr>
          <p:nvPr>
            <p:ph type="sldNum" sz="quarter" idx="12"/>
          </p:nvPr>
        </p:nvSpPr>
        <p:spPr bwMode="auto"/>
        <p:txBody>
          <a:bodyPr/>
          <a:lstStyle/>
          <a:p>
            <a:pPr>
              <a:defRPr/>
            </a:pPr>
            <a:fld id="{C1552E67-75FC-4EED-828F-E6A0E039FC12}" type="slidenum">
              <a:rPr lang="en-IN"/>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1084189505"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IN"/>
          </a:p>
        </p:txBody>
      </p:sp>
      <p:sp>
        <p:nvSpPr>
          <p:cNvPr id="2093549949"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709985870"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117369818" name="Date Placeholder 4"/>
          <p:cNvSpPr>
            <a:spLocks noGrp="1"/>
          </p:cNvSpPr>
          <p:nvPr>
            <p:ph type="dt" sz="half" idx="10"/>
          </p:nvPr>
        </p:nvSpPr>
        <p:spPr bwMode="auto"/>
        <p:txBody>
          <a:bodyPr/>
          <a:lstStyle/>
          <a:p>
            <a:pPr>
              <a:defRPr/>
            </a:pPr>
            <a:fld id="{8BF50119-0CF6-4AE2-9187-38899C565467}" type="datetimeFigureOut">
              <a:rPr lang="en-IN"/>
              <a:t>04-07-2025</a:t>
            </a:fld>
            <a:endParaRPr lang="en-IN"/>
          </a:p>
        </p:txBody>
      </p:sp>
      <p:sp>
        <p:nvSpPr>
          <p:cNvPr id="109433532" name="Footer Placeholder 5"/>
          <p:cNvSpPr>
            <a:spLocks noGrp="1"/>
          </p:cNvSpPr>
          <p:nvPr>
            <p:ph type="ftr" sz="quarter" idx="11"/>
          </p:nvPr>
        </p:nvSpPr>
        <p:spPr bwMode="auto"/>
        <p:txBody>
          <a:bodyPr/>
          <a:lstStyle/>
          <a:p>
            <a:pPr>
              <a:defRPr/>
            </a:pPr>
            <a:endParaRPr lang="en-IN"/>
          </a:p>
        </p:txBody>
      </p:sp>
      <p:sp>
        <p:nvSpPr>
          <p:cNvPr id="868801338" name="Slide Number Placeholder 6"/>
          <p:cNvSpPr>
            <a:spLocks noGrp="1"/>
          </p:cNvSpPr>
          <p:nvPr>
            <p:ph type="sldNum" sz="quarter" idx="12"/>
          </p:nvPr>
        </p:nvSpPr>
        <p:spPr bwMode="auto"/>
        <p:txBody>
          <a:bodyPr/>
          <a:lstStyle/>
          <a:p>
            <a:pPr>
              <a:defRPr/>
            </a:pPr>
            <a:fld id="{C1552E67-75FC-4EED-828F-E6A0E039FC12}" type="slidenum">
              <a:rPr lang="en-IN"/>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904413220"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IN"/>
          </a:p>
        </p:txBody>
      </p:sp>
      <p:sp>
        <p:nvSpPr>
          <p:cNvPr id="531520711" name="Picture Placeholder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IN"/>
          </a:p>
        </p:txBody>
      </p:sp>
      <p:sp>
        <p:nvSpPr>
          <p:cNvPr id="2022080535"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094484178" name="Date Placeholder 4"/>
          <p:cNvSpPr>
            <a:spLocks noGrp="1"/>
          </p:cNvSpPr>
          <p:nvPr>
            <p:ph type="dt" sz="half" idx="10"/>
          </p:nvPr>
        </p:nvSpPr>
        <p:spPr bwMode="auto"/>
        <p:txBody>
          <a:bodyPr/>
          <a:lstStyle/>
          <a:p>
            <a:pPr>
              <a:defRPr/>
            </a:pPr>
            <a:fld id="{8BF50119-0CF6-4AE2-9187-38899C565467}" type="datetimeFigureOut">
              <a:rPr lang="en-IN"/>
              <a:t>04-07-2025</a:t>
            </a:fld>
            <a:endParaRPr lang="en-IN"/>
          </a:p>
        </p:txBody>
      </p:sp>
      <p:sp>
        <p:nvSpPr>
          <p:cNvPr id="1848368027" name="Footer Placeholder 5"/>
          <p:cNvSpPr>
            <a:spLocks noGrp="1"/>
          </p:cNvSpPr>
          <p:nvPr>
            <p:ph type="ftr" sz="quarter" idx="11"/>
          </p:nvPr>
        </p:nvSpPr>
        <p:spPr bwMode="auto"/>
        <p:txBody>
          <a:bodyPr/>
          <a:lstStyle/>
          <a:p>
            <a:pPr>
              <a:defRPr/>
            </a:pPr>
            <a:endParaRPr lang="en-IN"/>
          </a:p>
        </p:txBody>
      </p:sp>
      <p:sp>
        <p:nvSpPr>
          <p:cNvPr id="581398367" name="Slide Number Placeholder 6"/>
          <p:cNvSpPr>
            <a:spLocks noGrp="1"/>
          </p:cNvSpPr>
          <p:nvPr>
            <p:ph type="sldNum" sz="quarter" idx="12"/>
          </p:nvPr>
        </p:nvSpPr>
        <p:spPr bwMode="auto"/>
        <p:txBody>
          <a:bodyPr/>
          <a:lstStyle/>
          <a:p>
            <a:pPr>
              <a:defRPr/>
            </a:pPr>
            <a:fld id="{C1552E67-75FC-4EED-828F-E6A0E039FC12}" type="slidenum">
              <a:rPr lang="en-IN"/>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442312732" name="Title 1"/>
          <p:cNvSpPr>
            <a:spLocks noGrp="1"/>
          </p:cNvSpPr>
          <p:nvPr>
            <p:ph type="title"/>
          </p:nvPr>
        </p:nvSpPr>
        <p:spPr bwMode="auto"/>
        <p:txBody>
          <a:bodyPr/>
          <a:lstStyle/>
          <a:p>
            <a:pPr>
              <a:defRPr/>
            </a:pPr>
            <a:r>
              <a:rPr lang="en-US"/>
              <a:t>Click to edit Master title style</a:t>
            </a:r>
            <a:endParaRPr lang="en-IN"/>
          </a:p>
        </p:txBody>
      </p:sp>
      <p:sp>
        <p:nvSpPr>
          <p:cNvPr id="766579283"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744020417" name="Date Placeholder 3"/>
          <p:cNvSpPr>
            <a:spLocks noGrp="1"/>
          </p:cNvSpPr>
          <p:nvPr>
            <p:ph type="dt" sz="half" idx="10"/>
          </p:nvPr>
        </p:nvSpPr>
        <p:spPr bwMode="auto"/>
        <p:txBody>
          <a:bodyPr/>
          <a:lstStyle/>
          <a:p>
            <a:pPr>
              <a:defRPr/>
            </a:pPr>
            <a:fld id="{8BF50119-0CF6-4AE2-9187-38899C565467}" type="datetimeFigureOut">
              <a:rPr lang="en-IN"/>
              <a:t>04-07-2025</a:t>
            </a:fld>
            <a:endParaRPr lang="en-IN"/>
          </a:p>
        </p:txBody>
      </p:sp>
      <p:sp>
        <p:nvSpPr>
          <p:cNvPr id="165750834" name="Footer Placeholder 4"/>
          <p:cNvSpPr>
            <a:spLocks noGrp="1"/>
          </p:cNvSpPr>
          <p:nvPr>
            <p:ph type="ftr" sz="quarter" idx="11"/>
          </p:nvPr>
        </p:nvSpPr>
        <p:spPr bwMode="auto"/>
        <p:txBody>
          <a:bodyPr/>
          <a:lstStyle/>
          <a:p>
            <a:pPr>
              <a:defRPr/>
            </a:pPr>
            <a:endParaRPr lang="en-IN"/>
          </a:p>
        </p:txBody>
      </p:sp>
      <p:sp>
        <p:nvSpPr>
          <p:cNvPr id="1384650960" name="Slide Number Placeholder 5"/>
          <p:cNvSpPr>
            <a:spLocks noGrp="1"/>
          </p:cNvSpPr>
          <p:nvPr>
            <p:ph type="sldNum" sz="quarter" idx="12"/>
          </p:nvPr>
        </p:nvSpPr>
        <p:spPr bwMode="auto"/>
        <p:txBody>
          <a:bodyPr/>
          <a:lstStyle/>
          <a:p>
            <a:pPr>
              <a:defRPr/>
            </a:pPr>
            <a:fld id="{C1552E67-75FC-4EED-828F-E6A0E039FC12}" type="slidenum">
              <a:rPr lang="en-IN"/>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630088468"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IN"/>
          </a:p>
        </p:txBody>
      </p:sp>
      <p:sp>
        <p:nvSpPr>
          <p:cNvPr id="272611608"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1908701523" name="Date Placeholder 3"/>
          <p:cNvSpPr>
            <a:spLocks noGrp="1"/>
          </p:cNvSpPr>
          <p:nvPr>
            <p:ph type="dt" sz="half" idx="10"/>
          </p:nvPr>
        </p:nvSpPr>
        <p:spPr bwMode="auto"/>
        <p:txBody>
          <a:bodyPr/>
          <a:lstStyle/>
          <a:p>
            <a:pPr>
              <a:defRPr/>
            </a:pPr>
            <a:fld id="{8BF50119-0CF6-4AE2-9187-38899C565467}" type="datetimeFigureOut">
              <a:rPr lang="en-IN"/>
              <a:t>04-07-2025</a:t>
            </a:fld>
            <a:endParaRPr lang="en-IN"/>
          </a:p>
        </p:txBody>
      </p:sp>
      <p:sp>
        <p:nvSpPr>
          <p:cNvPr id="853774533" name="Footer Placeholder 4"/>
          <p:cNvSpPr>
            <a:spLocks noGrp="1"/>
          </p:cNvSpPr>
          <p:nvPr>
            <p:ph type="ftr" sz="quarter" idx="11"/>
          </p:nvPr>
        </p:nvSpPr>
        <p:spPr bwMode="auto"/>
        <p:txBody>
          <a:bodyPr/>
          <a:lstStyle/>
          <a:p>
            <a:pPr>
              <a:defRPr/>
            </a:pPr>
            <a:endParaRPr lang="en-IN"/>
          </a:p>
        </p:txBody>
      </p:sp>
      <p:sp>
        <p:nvSpPr>
          <p:cNvPr id="556103550" name="Slide Number Placeholder 5"/>
          <p:cNvSpPr>
            <a:spLocks noGrp="1"/>
          </p:cNvSpPr>
          <p:nvPr>
            <p:ph type="sldNum" sz="quarter" idx="12"/>
          </p:nvPr>
        </p:nvSpPr>
        <p:spPr bwMode="auto"/>
        <p:txBody>
          <a:bodyPr/>
          <a:lstStyle/>
          <a:p>
            <a:pPr>
              <a:defRPr/>
            </a:pPr>
            <a:fld id="{C1552E67-75FC-4EED-828F-E6A0E039FC12}" type="slidenum">
              <a:rPr lang="en-IN"/>
              <a:t>‹#›</a:t>
            </a:fld>
            <a:endParaRPr lang="en-IN"/>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906051966"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IN"/>
          </a:p>
        </p:txBody>
      </p:sp>
      <p:sp>
        <p:nvSpPr>
          <p:cNvPr id="427755951"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IN"/>
          </a:p>
        </p:txBody>
      </p:sp>
      <p:sp>
        <p:nvSpPr>
          <p:cNvPr id="643741345"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8BF50119-0CF6-4AE2-9187-38899C565467}" type="datetimeFigureOut">
              <a:rPr lang="en-IN"/>
              <a:t>04-07-2025</a:t>
            </a:fld>
            <a:endParaRPr lang="en-IN"/>
          </a:p>
        </p:txBody>
      </p:sp>
      <p:sp>
        <p:nvSpPr>
          <p:cNvPr id="1436799124"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IN"/>
          </a:p>
        </p:txBody>
      </p:sp>
      <p:sp>
        <p:nvSpPr>
          <p:cNvPr id="2124549255"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552E67-75FC-4EED-828F-E6A0E039FC12}" type="slidenum">
              <a:rPr lang="en-IN"/>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png"/></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94563034" name="Title 1"/>
          <p:cNvSpPr>
            <a:spLocks noGrp="1"/>
          </p:cNvSpPr>
          <p:nvPr>
            <p:ph type="ctrTitle"/>
          </p:nvPr>
        </p:nvSpPr>
        <p:spPr bwMode="auto">
          <a:xfrm>
            <a:off x="1272330" y="1781766"/>
            <a:ext cx="9144000" cy="2387600"/>
          </a:xfrm>
        </p:spPr>
        <p:txBody>
          <a:bodyPr vertOverflow="overflow" horzOverflow="overflow" vert="horz" wrap="square" lIns="91440" tIns="45720" rIns="91440" bIns="45720" numCol="1" spcCol="0" rtlCol="0" fromWordArt="0" anchor="b" anchorCtr="0" forceAA="0" upright="0" compatLnSpc="0">
            <a:normAutofit fontScale="90000" lnSpcReduction="2000"/>
          </a:bodyPr>
          <a:lstStyle/>
          <a:p>
            <a:pPr>
              <a:defRPr/>
            </a:pPr>
            <a:r>
              <a:rPr lang="en-GB" sz="6000" b="0" i="0" u="none" strike="noStrike" cap="none" spc="0">
                <a:solidFill>
                  <a:schemeClr val="tx1"/>
                </a:solidFill>
                <a:latin typeface="Arial"/>
                <a:ea typeface="Arial"/>
                <a:cs typeface="Arial"/>
              </a:rPr>
              <a:t>Indexed Tag-Based Knowledge Retrieval System</a:t>
            </a:r>
            <a:endParaRPr lang="en-GB"/>
          </a:p>
          <a:p>
            <a:pPr>
              <a:defRPr/>
            </a:pPr>
            <a:endParaRPr/>
          </a:p>
        </p:txBody>
      </p:sp>
      <p:sp>
        <p:nvSpPr>
          <p:cNvPr id="1672172621" name="Subtitle 2"/>
          <p:cNvSpPr>
            <a:spLocks noGrp="1"/>
          </p:cNvSpPr>
          <p:nvPr>
            <p:ph type="subTitle" idx="1"/>
          </p:nvPr>
        </p:nvSpPr>
        <p:spPr bwMode="auto">
          <a:xfrm>
            <a:off x="6769915" y="4983451"/>
            <a:ext cx="5290657" cy="1655762"/>
          </a:xfrm>
        </p:spPr>
        <p:txBody>
          <a:bodyPr>
            <a:normAutofit/>
          </a:bodyPr>
          <a:lstStyle/>
          <a:p>
            <a:pPr>
              <a:defRPr/>
            </a:pPr>
            <a:r>
              <a:rPr lang="en-US" sz="2000"/>
              <a:t>Batch D6</a:t>
            </a:r>
            <a:br>
              <a:rPr lang="en-US" sz="2000"/>
            </a:br>
            <a:r>
              <a:rPr lang="en-US" sz="2000"/>
              <a:t>Shaik</a:t>
            </a:r>
            <a:r>
              <a:rPr lang="en-US" sz="2000"/>
              <a:t> </a:t>
            </a:r>
            <a:r>
              <a:rPr lang="en-US" sz="2000"/>
              <a:t>Afroz</a:t>
            </a:r>
            <a:r>
              <a:rPr lang="en-US" sz="2000"/>
              <a:t>                -22N31A05M3</a:t>
            </a:r>
            <a:br>
              <a:rPr lang="en-US" sz="2000"/>
            </a:br>
            <a:r>
              <a:rPr lang="en-US" sz="2000"/>
              <a:t>S.Akshara</a:t>
            </a:r>
            <a:r>
              <a:rPr lang="en-US" sz="2000"/>
              <a:t>                   -22N31A05N7</a:t>
            </a:r>
            <a:br>
              <a:rPr lang="en-US" sz="2000"/>
            </a:br>
            <a:r>
              <a:rPr lang="en-US" sz="2000"/>
              <a:t>T.Siva</a:t>
            </a:r>
            <a:r>
              <a:rPr lang="en-US" sz="2000"/>
              <a:t> Rama Krishna -22N31A05P7</a:t>
            </a:r>
            <a:endParaRPr lang="en-IN" sz="2000"/>
          </a:p>
        </p:txBody>
      </p:sp>
      <p:pic>
        <p:nvPicPr>
          <p:cNvPr id="113663597" name="Picture 2" descr="MRCET Faculty – Apps on Google Play"/>
          <p:cNvPicPr>
            <a:picLocks noChangeAspect="1" noChangeArrowheads="1"/>
          </p:cNvPicPr>
          <p:nvPr/>
        </p:nvPicPr>
        <p:blipFill rotWithShape="1">
          <a:blip r:embed="rId3"/>
          <a:srcRect l="28290" t="0" r="25674" b="0"/>
          <a:stretch/>
        </p:blipFill>
        <p:spPr bwMode="auto">
          <a:xfrm>
            <a:off x="427837" y="85725"/>
            <a:ext cx="1308683" cy="1514475"/>
          </a:xfrm>
          <a:prstGeom prst="rect">
            <a:avLst/>
          </a:prstGeom>
          <a:noFill/>
        </p:spPr>
      </p:pic>
      <p:sp>
        <p:nvSpPr>
          <p:cNvPr id="541543104" name="TextBox 3"/>
          <p:cNvSpPr txBox="1"/>
          <p:nvPr/>
        </p:nvSpPr>
        <p:spPr bwMode="auto">
          <a:xfrm>
            <a:off x="427837" y="5334278"/>
            <a:ext cx="3347208" cy="954107"/>
          </a:xfrm>
          <a:prstGeom prst="rect">
            <a:avLst/>
          </a:prstGeom>
          <a:noFill/>
        </p:spPr>
        <p:txBody>
          <a:bodyPr wrap="square" rtlCol="0">
            <a:spAutoFit/>
          </a:bodyPr>
          <a:lstStyle/>
          <a:p>
            <a:pPr>
              <a:defRPr/>
            </a:pPr>
            <a:r>
              <a:rPr lang="en-US"/>
              <a:t>Under the esteemed guidance of</a:t>
            </a:r>
            <a:br>
              <a:rPr lang="en-US"/>
            </a:br>
            <a:r>
              <a:rPr lang="en-US"/>
              <a:t>        </a:t>
            </a:r>
            <a:r>
              <a:rPr lang="en-US" sz="2000" b="1"/>
              <a:t> Dr. M </a:t>
            </a:r>
            <a:r>
              <a:rPr lang="en-US" sz="2000" b="1"/>
              <a:t>Sambasivudu</a:t>
            </a:r>
            <a:endParaRPr lang="en-US" sz="2000" b="1"/>
          </a:p>
          <a:p>
            <a:pPr>
              <a:defRPr/>
            </a:pPr>
            <a:r>
              <a:rPr lang="en-US"/>
              <a:t> </a:t>
            </a:r>
            <a:r>
              <a:rPr lang="en-US"/>
              <a:t>            </a:t>
            </a:r>
            <a:r>
              <a:rPr lang="en-US" sz="1600"/>
              <a:t>Associate Professor</a:t>
            </a:r>
            <a:endParaRPr lang="en-IN" sz="1600"/>
          </a:p>
        </p:txBody>
      </p:sp>
      <p:sp>
        <p:nvSpPr>
          <p:cNvPr id="1319046513" name="TextBox 4"/>
          <p:cNvSpPr txBox="1"/>
          <p:nvPr/>
        </p:nvSpPr>
        <p:spPr bwMode="auto">
          <a:xfrm>
            <a:off x="1641445" y="252610"/>
            <a:ext cx="9457190" cy="1200329"/>
          </a:xfrm>
          <a:prstGeom prst="rect">
            <a:avLst/>
          </a:prstGeom>
          <a:noFill/>
        </p:spPr>
        <p:txBody>
          <a:bodyPr wrap="square" rtlCol="0">
            <a:spAutoFit/>
          </a:bodyPr>
          <a:lstStyle/>
          <a:p>
            <a:pPr>
              <a:defRPr/>
            </a:pPr>
            <a:r>
              <a:rPr lang="en-IN" sz="2400"/>
              <a:t>             </a:t>
            </a:r>
            <a:r>
              <a:rPr lang="en-IN" sz="2400">
                <a:solidFill>
                  <a:srgbClr val="FF0000"/>
                </a:solidFill>
              </a:rPr>
              <a:t>MALLA REDDY COLLEGE OF ENGINEERING &amp; TECHNOLOGY</a:t>
            </a:r>
            <a:endParaRPr/>
          </a:p>
          <a:p>
            <a:pPr>
              <a:defRPr/>
            </a:pPr>
            <a:r>
              <a:rPr lang="en-IN"/>
              <a:t>                                                        </a:t>
            </a:r>
            <a:r>
              <a:rPr lang="en-IN" sz="1200"/>
              <a:t>(Autonomous Institution– UGC, Govt. of India) </a:t>
            </a:r>
            <a:endParaRPr lang="en-IN" sz="1200"/>
          </a:p>
          <a:p>
            <a:pPr>
              <a:defRPr/>
            </a:pPr>
            <a:r>
              <a:rPr lang="en-IN" sz="1000"/>
              <a:t>Sponsored by </a:t>
            </a:r>
            <a:r>
              <a:rPr lang="en-IN" sz="1000"/>
              <a:t>CMREducational</a:t>
            </a:r>
            <a:r>
              <a:rPr lang="en-IN" sz="1000"/>
              <a:t> </a:t>
            </a:r>
            <a:r>
              <a:rPr lang="en-IN" sz="1000"/>
              <a:t>Society (Affiliated to JNTU, Hyderabad, Approved by AICTE- Accredited by NBA&amp; NAAC– ‘A’ Grade- ISO 9001:2015 Certified) </a:t>
            </a:r>
            <a:r>
              <a:rPr lang="en-IN" sz="1000"/>
              <a:t>Maisammaguda,Dhulapally</a:t>
            </a:r>
            <a:r>
              <a:rPr lang="en-IN" sz="1000"/>
              <a:t> (</a:t>
            </a:r>
            <a:r>
              <a:rPr lang="en-IN" sz="1000"/>
              <a:t>PostVia</a:t>
            </a:r>
            <a:r>
              <a:rPr lang="en-IN" sz="1000"/>
              <a:t> </a:t>
            </a:r>
            <a:r>
              <a:rPr lang="en-IN" sz="1000"/>
              <a:t>Hakimpet</a:t>
            </a:r>
            <a:r>
              <a:rPr lang="en-IN" sz="1000"/>
              <a:t>), </a:t>
            </a:r>
            <a:r>
              <a:rPr lang="en-IN" sz="1000"/>
              <a:t>Secunderabad</a:t>
            </a:r>
            <a:r>
              <a:rPr lang="en-IN" sz="1000"/>
              <a:t>– 500100,TelanganaState,India. ContactNumber:040-23792146/64634237,E-MailID:mrcet2004@gmail.com , website: www.mrcet.ac.in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1421305" name="Title 1"/>
          <p:cNvSpPr>
            <a:spLocks noGrp="1"/>
          </p:cNvSpPr>
          <p:nvPr>
            <p:ph type="title"/>
          </p:nvPr>
        </p:nvSpPr>
        <p:spPr bwMode="auto"/>
        <p:txBody>
          <a:bodyPr/>
          <a:lstStyle/>
          <a:p>
            <a:pPr>
              <a:defRPr/>
            </a:pPr>
            <a:r>
              <a:rPr lang="en-US"/>
              <a:t>Abstract</a:t>
            </a:r>
            <a:endParaRPr lang="en-IN"/>
          </a:p>
        </p:txBody>
      </p:sp>
      <p:sp>
        <p:nvSpPr>
          <p:cNvPr id="1822300039" name="Content Placeholder 2"/>
          <p:cNvSpPr>
            <a:spLocks noGrp="1"/>
          </p:cNvSpPr>
          <p:nvPr>
            <p:ph idx="1"/>
          </p:nvPr>
        </p:nvSpPr>
        <p:spPr bwMode="auto">
          <a:xfrm flipH="0" flipV="0">
            <a:off x="838198" y="1882848"/>
            <a:ext cx="10149910" cy="4629592"/>
          </a:xfrm>
        </p:spPr>
        <p:txBody>
          <a:bodyPr>
            <a:noAutofit/>
          </a:bodyPr>
          <a:lstStyle/>
          <a:p>
            <a:pPr>
              <a:defRPr/>
            </a:pPr>
            <a:r>
              <a:rPr lang="en-GB" sz="1800" b="0" i="0" u="none" strike="noStrike" cap="none" spc="0">
                <a:solidFill>
                  <a:schemeClr val="tx1"/>
                </a:solidFill>
                <a:latin typeface="Arial"/>
                <a:ea typeface="Arial"/>
                <a:cs typeface="Arial"/>
              </a:rPr>
              <a:t>Managing personal knowledge in the form of notes, diagrams, and reference links often becomes inefficient as the volume of information grows. Existing tools either rely on simple keyword searches or introduce unnecessary complexity that reduces usability. This project presents a low-latency knowledge storage and retrieval system that organizes content using indexed tags and supports intuitive querying.</a:t>
            </a:r>
            <a:endParaRPr sz="1800" b="0" i="0" u="none" strike="noStrike" cap="none" spc="0">
              <a:solidFill>
                <a:schemeClr val="tx1"/>
              </a:solidFill>
              <a:latin typeface="Arial"/>
              <a:cs typeface="Arial"/>
            </a:endParaRPr>
          </a:p>
          <a:p>
            <a:pPr>
              <a:defRPr/>
            </a:pPr>
            <a:endParaRPr sz="1800" b="0" i="0" u="none" strike="noStrike" cap="none" spc="0">
              <a:solidFill>
                <a:schemeClr val="tx1"/>
              </a:solidFill>
              <a:latin typeface="Arial"/>
              <a:cs typeface="Arial"/>
            </a:endParaRPr>
          </a:p>
          <a:p>
            <a:pPr>
              <a:defRPr/>
            </a:pPr>
            <a:r>
              <a:rPr lang="en-GB" sz="1800" b="0" i="0" u="none" strike="noStrike" cap="none" spc="0">
                <a:solidFill>
                  <a:schemeClr val="tx1"/>
                </a:solidFill>
                <a:latin typeface="Arial"/>
                <a:ea typeface="Arial"/>
                <a:cs typeface="Arial"/>
              </a:rPr>
              <a:t>The system allows users to store different types of content locally and retrieve them instantly through tag-based searches. An indexed backend ensures fast query execution, while optional caching improves response time for frequently accessed data. The platform follows a modular and local-first architecture, making it suitable for self-hosted usage without dependency on cloud services. The project emphasizes clean system design, performance optimization, and practical usefulness over advanced machine learning or heavy research components.</a:t>
            </a:r>
            <a:endParaRPr sz="1800"/>
          </a:p>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68087233" name="Title 1"/>
          <p:cNvSpPr>
            <a:spLocks noGrp="1"/>
          </p:cNvSpPr>
          <p:nvPr>
            <p:ph type="title"/>
          </p:nvPr>
        </p:nvSpPr>
        <p:spPr bwMode="auto"/>
        <p:txBody>
          <a:bodyPr/>
          <a:lstStyle/>
          <a:p>
            <a:pPr>
              <a:defRPr/>
            </a:pPr>
            <a:r>
              <a:rPr lang="en-IN"/>
              <a:t>Introduction</a:t>
            </a:r>
            <a:endParaRPr/>
          </a:p>
        </p:txBody>
      </p:sp>
      <p:sp>
        <p:nvSpPr>
          <p:cNvPr id="476598118"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a:bodyPr>
          <a:lstStyle/>
          <a:p>
            <a:pPr>
              <a:defRPr/>
            </a:pPr>
            <a:r>
              <a:rPr lang="en-IN" sz="2400" b="0" i="0" u="none" strike="noStrike" cap="none" spc="0">
                <a:solidFill>
                  <a:schemeClr val="tx1"/>
                </a:solidFill>
                <a:latin typeface="Calibri"/>
                <a:ea typeface="Calibri"/>
                <a:cs typeface="Calibri"/>
              </a:rPr>
              <a:t>The project focuses on building a personal knowledge system that enables fast and reliable retrieval of notes, images, and links using indexed tags. Instead of relying on simple text matching or manual browsing, the system preprocesses and indexes user-defined tags to allow efficient lookup. The emphasis is on low latency, modular backend design, and practical usability rather than complex artificial intelligence techniques. The system is designed to be self-hosted, lightweight, and usable across multiple interfaces such as a web client and chat-based bots.</a:t>
            </a:r>
            <a:endParaRPr lang="en-IN"/>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75902263" name="Title 1"/>
          <p:cNvSpPr>
            <a:spLocks noGrp="1"/>
          </p:cNvSpPr>
          <p:nvPr>
            <p:ph type="title"/>
          </p:nvPr>
        </p:nvSpPr>
        <p:spPr bwMode="auto"/>
        <p:txBody>
          <a:bodyPr/>
          <a:lstStyle/>
          <a:p>
            <a:pPr>
              <a:defRPr/>
            </a:pPr>
            <a:r>
              <a:rPr lang="en-US"/>
              <a:t>Existing System</a:t>
            </a:r>
            <a:br>
              <a:rPr lang="en-US"/>
            </a:br>
            <a:endParaRPr lang="en-IN"/>
          </a:p>
        </p:txBody>
      </p:sp>
      <p:sp>
        <p:nvSpPr>
          <p:cNvPr id="1566796687" name="Content Placeholder 2"/>
          <p:cNvSpPr>
            <a:spLocks noGrp="1"/>
          </p:cNvSpPr>
          <p:nvPr>
            <p:ph idx="1"/>
          </p:nvPr>
        </p:nvSpPr>
        <p:spPr bwMode="auto">
          <a:xfrm flipH="0" flipV="0">
            <a:off x="838198" y="1406598"/>
            <a:ext cx="10515600" cy="4770363"/>
          </a:xfrm>
        </p:spPr>
        <p:txBody>
          <a:bodyPr vertOverflow="overflow" horzOverflow="overflow" vert="horz" wrap="square" lIns="91440" tIns="45720" rIns="91440" bIns="45720" numCol="1" spcCol="0" rtlCol="0" fromWordArt="0" anchor="t" anchorCtr="0" forceAA="0" upright="0" compatLnSpc="0">
            <a:normAutofit fontScale="60000" lnSpcReduction="8000"/>
          </a:bodyPr>
          <a:lstStyle/>
          <a:p>
            <a:pPr marL="0" indent="0">
              <a:buFont typeface="Arial"/>
              <a:buNone/>
              <a:defRPr/>
            </a:pPr>
            <a:r>
              <a:rPr lang="en-GB" sz="2800" b="0" i="0" u="none" strike="noStrike" cap="none" spc="0">
                <a:solidFill>
                  <a:schemeClr val="tx1"/>
                </a:solidFill>
                <a:latin typeface="Arial"/>
                <a:ea typeface="Arial"/>
                <a:cs typeface="Arial"/>
              </a:rPr>
              <a:t>Most existing note-taking and knowledge management systems fall into one of the following categories:</a:t>
            </a:r>
            <a:endParaRPr lang="en-GB" sz="2800" b="0" i="0" u="none" strike="noStrike" cap="none" spc="0">
              <a:solidFill>
                <a:schemeClr val="tx1"/>
              </a:solidFill>
              <a:latin typeface="Arial"/>
              <a:ea typeface="Arial"/>
              <a:cs typeface="Arial"/>
            </a:endParaRPr>
          </a:p>
          <a:p>
            <a:pPr marL="0" indent="0">
              <a:buFont typeface="Arial"/>
              <a:buNone/>
              <a:defRPr/>
            </a:pPr>
            <a:r>
              <a:rPr lang="en-GB" sz="2800" b="0" i="0" u="none" strike="noStrike" cap="none" spc="0">
                <a:solidFill>
                  <a:schemeClr val="tx1"/>
                </a:solidFill>
                <a:latin typeface="Arial"/>
                <a:ea typeface="Arial"/>
                <a:cs typeface="Arial"/>
              </a:rPr>
              <a:t>1.	Simple File-Based Storage: </a:t>
            </a:r>
            <a:endParaRPr lang="en-GB" sz="2800" b="0" i="0" u="none" strike="noStrike" cap="none" spc="0">
              <a:solidFill>
                <a:schemeClr val="tx1"/>
              </a:solidFill>
              <a:latin typeface="Arial"/>
              <a:ea typeface="Arial"/>
              <a:cs typeface="Arial"/>
            </a:endParaRPr>
          </a:p>
          <a:p>
            <a:pPr marL="0" indent="0">
              <a:buFont typeface="Arial"/>
              <a:buNone/>
              <a:defRPr/>
            </a:pPr>
            <a:r>
              <a:rPr lang="en-GB" sz="2800" b="0" i="0" u="none" strike="noStrike" cap="none" spc="0">
                <a:solidFill>
                  <a:schemeClr val="tx1"/>
                </a:solidFill>
                <a:latin typeface="Arial"/>
                <a:ea typeface="Arial"/>
                <a:cs typeface="Arial"/>
              </a:rPr>
              <a:t>Notes and files are stored in directories with manual naming and folder hierarchies. Retrieval depends on memory or manual searching, which becomes inefficient over time.</a:t>
            </a:r>
            <a:endParaRPr sz="2800" b="0" i="0" u="none" strike="noStrike" cap="none" spc="0">
              <a:solidFill>
                <a:schemeClr val="tx1"/>
              </a:solidFill>
              <a:latin typeface="Arial"/>
              <a:cs typeface="Arial"/>
            </a:endParaRPr>
          </a:p>
          <a:p>
            <a:pPr marL="0" indent="0">
              <a:buFont typeface="Arial"/>
              <a:buNone/>
              <a:defRPr/>
            </a:pPr>
            <a:endParaRPr sz="2800" b="0" i="0" u="none" strike="noStrike" cap="none" spc="0">
              <a:solidFill>
                <a:schemeClr val="tx1"/>
              </a:solidFill>
              <a:latin typeface="Arial"/>
              <a:cs typeface="Arial"/>
            </a:endParaRPr>
          </a:p>
          <a:p>
            <a:pPr marL="0" indent="0">
              <a:buFont typeface="Arial"/>
              <a:buNone/>
              <a:defRPr/>
            </a:pPr>
            <a:r>
              <a:rPr lang="en-GB" sz="2800" b="0" i="0" u="none" strike="noStrike" cap="none" spc="0">
                <a:solidFill>
                  <a:schemeClr val="tx1"/>
                </a:solidFill>
                <a:latin typeface="Arial"/>
                <a:ea typeface="Arial"/>
                <a:cs typeface="Arial"/>
              </a:rPr>
              <a:t>2.	Keyword-Based Search Systems</a:t>
            </a:r>
            <a:endParaRPr lang="en-GB" sz="2800" b="0" i="0" u="none" strike="noStrike" cap="none" spc="0">
              <a:solidFill>
                <a:schemeClr val="tx1"/>
              </a:solidFill>
              <a:latin typeface="Arial"/>
              <a:ea typeface="Arial"/>
              <a:cs typeface="Arial"/>
            </a:endParaRPr>
          </a:p>
          <a:p>
            <a:pPr marL="0" indent="0">
              <a:buFont typeface="Arial"/>
              <a:buNone/>
              <a:defRPr/>
            </a:pPr>
            <a:r>
              <a:rPr lang="en-GB" sz="2800" b="0" i="0" u="none" strike="noStrike" cap="none" spc="0">
                <a:solidFill>
                  <a:schemeClr val="tx1"/>
                </a:solidFill>
                <a:latin typeface="Arial"/>
                <a:ea typeface="Arial"/>
                <a:cs typeface="Arial"/>
              </a:rPr>
              <a:t>Many applications rely on basic text or regex-based search. These approaches perform full scans at query time, resulting in slower response times as data grows.</a:t>
            </a:r>
            <a:endParaRPr sz="2800" b="0" i="0" u="none" strike="noStrike" cap="none" spc="0">
              <a:solidFill>
                <a:schemeClr val="tx1"/>
              </a:solidFill>
              <a:latin typeface="Arial"/>
              <a:cs typeface="Arial"/>
            </a:endParaRPr>
          </a:p>
          <a:p>
            <a:pPr marL="0" indent="0">
              <a:buFont typeface="Arial"/>
              <a:buNone/>
              <a:defRPr/>
            </a:pPr>
            <a:endParaRPr sz="2800" b="0" i="0" u="none" strike="noStrike" cap="none" spc="0">
              <a:solidFill>
                <a:schemeClr val="tx1"/>
              </a:solidFill>
              <a:latin typeface="Arial"/>
              <a:cs typeface="Arial"/>
            </a:endParaRPr>
          </a:p>
          <a:p>
            <a:pPr marL="0" indent="0">
              <a:buFont typeface="Arial"/>
              <a:buNone/>
              <a:defRPr/>
            </a:pPr>
            <a:r>
              <a:rPr lang="en-GB" sz="2800" b="0" i="0" u="none" strike="noStrike" cap="none" spc="0">
                <a:solidFill>
                  <a:schemeClr val="tx1"/>
                </a:solidFill>
                <a:latin typeface="Arial"/>
                <a:ea typeface="Arial"/>
                <a:cs typeface="Arial"/>
              </a:rPr>
              <a:t>3.	Over-Complex Cloud Platforms</a:t>
            </a:r>
            <a:endParaRPr lang="en-GB" sz="2800" b="0" i="0" u="none" strike="noStrike" cap="none" spc="0">
              <a:solidFill>
                <a:schemeClr val="tx1"/>
              </a:solidFill>
              <a:latin typeface="Arial"/>
              <a:ea typeface="Arial"/>
              <a:cs typeface="Arial"/>
            </a:endParaRPr>
          </a:p>
          <a:p>
            <a:pPr marL="0" indent="0">
              <a:buFont typeface="Arial"/>
              <a:buNone/>
              <a:defRPr/>
            </a:pPr>
            <a:r>
              <a:rPr lang="en-GB" sz="2800" b="0" i="0" u="none" strike="noStrike" cap="none" spc="0">
                <a:solidFill>
                  <a:schemeClr val="tx1"/>
                </a:solidFill>
                <a:latin typeface="Arial"/>
                <a:ea typeface="Arial"/>
                <a:cs typeface="Arial"/>
              </a:rPr>
              <a:t>Some tools introduce unnecessary features such as heavy synchronization, proprietary formats, or cloud lock-in, making them unsuitable for personal, offline-first usage.</a:t>
            </a:r>
            <a:endParaRPr sz="2800" b="0" i="0" u="none" strike="noStrike" cap="none" spc="0">
              <a:solidFill>
                <a:schemeClr val="tx1"/>
              </a:solidFill>
              <a:latin typeface="Arial"/>
              <a:cs typeface="Arial"/>
            </a:endParaRPr>
          </a:p>
          <a:p>
            <a:pPr>
              <a:defRPr/>
            </a:pPr>
            <a:endParaRPr sz="2800" b="0" i="0" u="none" strike="noStrike" cap="none" spc="0">
              <a:solidFill>
                <a:schemeClr val="tx1"/>
              </a:solidFill>
              <a:latin typeface="Arial"/>
              <a:cs typeface="Arial"/>
            </a:endParaRPr>
          </a:p>
          <a:p>
            <a:pPr>
              <a:defRPr/>
            </a:pPr>
            <a:r>
              <a:rPr lang="en-GB" sz="2800" b="0" i="0" u="none" strike="noStrike" cap="none" spc="0">
                <a:solidFill>
                  <a:schemeClr val="tx1"/>
                </a:solidFill>
                <a:latin typeface="Arial"/>
                <a:ea typeface="Arial"/>
                <a:cs typeface="Arial"/>
              </a:rPr>
              <a:t>These systems either lack performance, flexibility, or transparency, especially for users who want fast access to their own curated knowledge without external dependencies.</a:t>
            </a:r>
            <a:endParaRPr sz="2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36606468" name="Title 1"/>
          <p:cNvSpPr>
            <a:spLocks noGrp="1"/>
          </p:cNvSpPr>
          <p:nvPr>
            <p:ph type="title"/>
          </p:nvPr>
        </p:nvSpPr>
        <p:spPr bwMode="auto"/>
        <p:txBody>
          <a:bodyPr/>
          <a:lstStyle/>
          <a:p>
            <a:pPr>
              <a:defRPr/>
            </a:pPr>
            <a:r>
              <a:rPr lang="en-IN"/>
              <a:t>Proposed System</a:t>
            </a:r>
            <a:endParaRPr/>
          </a:p>
        </p:txBody>
      </p:sp>
      <p:sp>
        <p:nvSpPr>
          <p:cNvPr id="1752799168" name="Content Placeholder 2"/>
          <p:cNvSpPr>
            <a:spLocks noGrp="1"/>
          </p:cNvSpPr>
          <p:nvPr>
            <p:ph idx="1"/>
          </p:nvPr>
        </p:nvSpPr>
        <p:spPr bwMode="auto"/>
        <p:txBody>
          <a:bodyPr vertOverflow="overflow" horzOverflow="overflow" vert="horz" wrap="square" lIns="91440" tIns="45720" rIns="91440" bIns="45720" numCol="1" spcCol="0" rtlCol="0" fromWordArt="0" anchor="t" anchorCtr="0" forceAA="0" upright="0" compatLnSpc="0">
            <a:normAutofit fontScale="95000" lnSpcReduction="1000"/>
          </a:bodyPr>
          <a:lstStyle/>
          <a:p>
            <a:pPr>
              <a:defRPr/>
            </a:pPr>
            <a:r>
              <a:rPr lang="en-US" sz="2400" b="1" i="0" u="none" strike="noStrike" cap="none" spc="0">
                <a:solidFill>
                  <a:schemeClr val="tx1"/>
                </a:solidFill>
                <a:latin typeface="Calibri"/>
                <a:ea typeface="Calibri"/>
                <a:cs typeface="Calibri"/>
              </a:rPr>
              <a:t>Tag-Based Indexing</a:t>
            </a:r>
            <a:r>
              <a:rPr lang="en-US" sz="2400" b="0" i="0" u="none" strike="noStrike" cap="none" spc="0">
                <a:solidFill>
                  <a:schemeClr val="tx1"/>
                </a:solidFill>
                <a:latin typeface="Calibri"/>
                <a:ea typeface="Calibri"/>
                <a:cs typeface="Calibri"/>
              </a:rPr>
              <a:t>: Each item is associated with tags for direct and fast retrieval</a:t>
            </a:r>
            <a:endParaRPr lang="en-US" sz="2400" b="0" i="0" u="none" strike="noStrike" cap="none" spc="0">
              <a:solidFill>
                <a:schemeClr val="tx1"/>
              </a:solidFill>
              <a:latin typeface="Calibri"/>
              <a:cs typeface="Calibri"/>
            </a:endParaRPr>
          </a:p>
          <a:p>
            <a:pPr>
              <a:defRPr/>
            </a:pPr>
            <a:r>
              <a:rPr lang="en-US" sz="2400" b="1" i="0" u="none" strike="noStrike" cap="none" spc="0">
                <a:solidFill>
                  <a:schemeClr val="tx1"/>
                </a:solidFill>
                <a:latin typeface="Calibri"/>
                <a:ea typeface="Calibri"/>
                <a:cs typeface="Calibri"/>
              </a:rPr>
              <a:t>Flexible Organization</a:t>
            </a:r>
            <a:r>
              <a:rPr lang="en-US" sz="2400" b="0" i="0" u="none" strike="noStrike" cap="none" spc="0">
                <a:solidFill>
                  <a:schemeClr val="tx1"/>
                </a:solidFill>
                <a:latin typeface="Calibri"/>
                <a:ea typeface="Calibri"/>
                <a:cs typeface="Calibri"/>
              </a:rPr>
              <a:t>: Supports multiple tags per item, eliminating folder limitations</a:t>
            </a:r>
            <a:endParaRPr lang="en-US" sz="2400" b="0" i="0" u="none" strike="noStrike" cap="none" spc="0">
              <a:solidFill>
                <a:schemeClr val="tx1"/>
              </a:solidFill>
              <a:latin typeface="Calibri"/>
              <a:cs typeface="Calibri"/>
            </a:endParaRPr>
          </a:p>
          <a:p>
            <a:pPr>
              <a:defRPr/>
            </a:pPr>
            <a:r>
              <a:rPr lang="en-US" sz="2400" b="1" i="0" u="none" strike="noStrike" cap="none" spc="0">
                <a:solidFill>
                  <a:schemeClr val="tx1"/>
                </a:solidFill>
                <a:latin typeface="Calibri"/>
                <a:ea typeface="Calibri"/>
                <a:cs typeface="Calibri"/>
              </a:rPr>
              <a:t>Multi-Content Support</a:t>
            </a:r>
            <a:r>
              <a:rPr lang="en-US" sz="2400" b="0" i="0" u="none" strike="noStrike" cap="none" spc="0">
                <a:solidFill>
                  <a:schemeClr val="tx1"/>
                </a:solidFill>
                <a:latin typeface="Calibri"/>
                <a:ea typeface="Calibri"/>
                <a:cs typeface="Calibri"/>
              </a:rPr>
              <a:t>: Stores notes, images, and links in a unified structure</a:t>
            </a:r>
            <a:endParaRPr lang="en-US" sz="2400" b="0" i="0" u="none" strike="noStrike" cap="none" spc="0">
              <a:solidFill>
                <a:schemeClr val="tx1"/>
              </a:solidFill>
              <a:latin typeface="Calibri"/>
              <a:cs typeface="Calibri"/>
            </a:endParaRPr>
          </a:p>
          <a:p>
            <a:pPr>
              <a:defRPr/>
            </a:pPr>
            <a:r>
              <a:rPr lang="en-US" sz="2400" b="1" i="0" u="none" strike="noStrike" cap="none" spc="0">
                <a:solidFill>
                  <a:schemeClr val="tx1"/>
                </a:solidFill>
                <a:latin typeface="Calibri"/>
                <a:ea typeface="Calibri"/>
                <a:cs typeface="Calibri"/>
              </a:rPr>
              <a:t>Fast Retrieval</a:t>
            </a:r>
            <a:r>
              <a:rPr lang="en-US" sz="2400" b="0" i="0" u="none" strike="noStrike" cap="none" spc="0">
                <a:solidFill>
                  <a:schemeClr val="tx1"/>
                </a:solidFill>
                <a:latin typeface="Calibri"/>
                <a:ea typeface="Calibri"/>
                <a:cs typeface="Calibri"/>
              </a:rPr>
              <a:t>: Uses precomputed indexes to avoid full database scans</a:t>
            </a:r>
            <a:endParaRPr lang="en-US" sz="2400" b="0" i="0" u="none" strike="noStrike" cap="none" spc="0">
              <a:solidFill>
                <a:schemeClr val="tx1"/>
              </a:solidFill>
              <a:latin typeface="Calibri"/>
              <a:cs typeface="Calibri"/>
            </a:endParaRPr>
          </a:p>
          <a:p>
            <a:pPr>
              <a:defRPr/>
            </a:pPr>
            <a:r>
              <a:rPr lang="en-US" sz="2400" b="1" i="0" u="none" strike="noStrike" cap="none" spc="0">
                <a:solidFill>
                  <a:schemeClr val="tx1"/>
                </a:solidFill>
                <a:latin typeface="Calibri"/>
                <a:ea typeface="Calibri"/>
                <a:cs typeface="Calibri"/>
              </a:rPr>
              <a:t>Caching Mechanism</a:t>
            </a:r>
            <a:r>
              <a:rPr lang="en-US" sz="2400" b="0" i="0" u="none" strike="noStrike" cap="none" spc="0">
                <a:solidFill>
                  <a:schemeClr val="tx1"/>
                </a:solidFill>
                <a:latin typeface="Calibri"/>
                <a:ea typeface="Calibri"/>
                <a:cs typeface="Calibri"/>
              </a:rPr>
              <a:t>: Frequently accessed data stored in memory for quick response</a:t>
            </a:r>
            <a:endParaRPr lang="en-US" sz="2400" b="0" i="0" u="none" strike="noStrike" cap="none" spc="0">
              <a:solidFill>
                <a:schemeClr val="tx1"/>
              </a:solidFill>
              <a:latin typeface="Calibri"/>
              <a:cs typeface="Calibri"/>
            </a:endParaRPr>
          </a:p>
          <a:p>
            <a:pPr>
              <a:defRPr/>
            </a:pPr>
            <a:r>
              <a:rPr lang="en-US" sz="2400" b="1" i="0" u="none" strike="noStrike" cap="none" spc="0">
                <a:solidFill>
                  <a:schemeClr val="tx1"/>
                </a:solidFill>
                <a:latin typeface="Calibri"/>
                <a:ea typeface="Calibri"/>
                <a:cs typeface="Calibri"/>
              </a:rPr>
              <a:t>Local-First Design</a:t>
            </a:r>
            <a:r>
              <a:rPr lang="en-US" sz="2400" b="0" i="0" u="none" strike="noStrike" cap="none" spc="0">
                <a:solidFill>
                  <a:schemeClr val="tx1"/>
                </a:solidFill>
                <a:latin typeface="Calibri"/>
                <a:ea typeface="Calibri"/>
                <a:cs typeface="Calibri"/>
              </a:rPr>
              <a:t>: Ensures data privacy, control, and offline accessibility</a:t>
            </a:r>
            <a:endParaRPr lang="en-US" sz="2400" b="0" i="0" u="none" strike="noStrike" cap="none" spc="0">
              <a:solidFill>
                <a:schemeClr val="tx1"/>
              </a:solidFill>
              <a:latin typeface="Calibri"/>
              <a:cs typeface="Calibri"/>
            </a:endParaRPr>
          </a:p>
          <a:p>
            <a:pPr>
              <a:defRPr/>
            </a:pPr>
            <a:r>
              <a:rPr lang="en-US" sz="2400" b="1" i="0" u="none" strike="noStrike" cap="none" spc="0">
                <a:solidFill>
                  <a:schemeClr val="tx1"/>
                </a:solidFill>
                <a:latin typeface="Calibri"/>
                <a:ea typeface="Calibri"/>
                <a:cs typeface="Calibri"/>
              </a:rPr>
              <a:t>Modular Architecture</a:t>
            </a:r>
            <a:r>
              <a:rPr lang="en-US" sz="2400" b="0" i="0" u="none" strike="noStrike" cap="none" spc="0">
                <a:solidFill>
                  <a:schemeClr val="tx1"/>
                </a:solidFill>
                <a:latin typeface="Calibri"/>
                <a:ea typeface="Calibri"/>
                <a:cs typeface="Calibri"/>
              </a:rPr>
              <a:t>: Separate components for indexing, search, caching, and storage</a:t>
            </a:r>
            <a:endParaRPr lang="en-US" sz="2400" b="0" i="0" u="none" strike="noStrike" cap="none" spc="0">
              <a:solidFill>
                <a:schemeClr val="tx1"/>
              </a:solidFill>
              <a:latin typeface="Calibri"/>
              <a:cs typeface="Calibri"/>
            </a:endParaRPr>
          </a:p>
          <a:p>
            <a:pPr>
              <a:defRPr/>
            </a:pPr>
            <a:r>
              <a:rPr lang="en-US" sz="2400" b="1" i="0" u="none" strike="noStrike" cap="none" spc="0">
                <a:solidFill>
                  <a:schemeClr val="tx1"/>
                </a:solidFill>
                <a:latin typeface="Calibri"/>
                <a:ea typeface="Calibri"/>
                <a:cs typeface="Calibri"/>
              </a:rPr>
              <a:t>High Performance</a:t>
            </a:r>
            <a:r>
              <a:rPr lang="en-US" sz="2400" b="0" i="0" u="none" strike="noStrike" cap="none" spc="0">
                <a:solidFill>
                  <a:schemeClr val="tx1"/>
                </a:solidFill>
                <a:latin typeface="Calibri"/>
                <a:ea typeface="Calibri"/>
                <a:cs typeface="Calibri"/>
              </a:rPr>
              <a:t>: Low latency, scalable, and efficient system design</a:t>
            </a:r>
            <a:endParaRPr sz="80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17503332" name="Title 1"/>
          <p:cNvSpPr>
            <a:spLocks noGrp="1"/>
          </p:cNvSpPr>
          <p:nvPr>
            <p:ph type="title"/>
          </p:nvPr>
        </p:nvSpPr>
        <p:spPr bwMode="auto"/>
        <p:txBody>
          <a:bodyPr/>
          <a:lstStyle/>
          <a:p>
            <a:pPr>
              <a:defRPr/>
            </a:pPr>
            <a:r>
              <a:rPr lang="en-IN" sz="4400" b="0" i="0" u="none" strike="noStrike" cap="none" spc="0">
                <a:solidFill>
                  <a:schemeClr val="tx1"/>
                </a:solidFill>
                <a:latin typeface="+mj-lt"/>
                <a:ea typeface="+mj-ea"/>
                <a:cs typeface="+mj-cs"/>
              </a:rPr>
              <a:t>Hardware </a:t>
            </a:r>
            <a:r>
              <a:rPr lang="en-GB"/>
              <a:t>&amp; </a:t>
            </a:r>
            <a:r>
              <a:rPr lang="en-IN"/>
              <a:t>Software Requirements:</a:t>
            </a:r>
            <a:endParaRPr/>
          </a:p>
        </p:txBody>
      </p:sp>
      <p:graphicFrame>
        <p:nvGraphicFramePr>
          <p:cNvPr id="1474438842" name="Content Placeholder 3"/>
          <p:cNvGraphicFramePr>
            <a:graphicFrameLocks xmlns:a="http://schemas.openxmlformats.org/drawingml/2006/main" noGrp="1"/>
          </p:cNvGraphicFramePr>
          <p:nvPr>
            <p:ph idx="1"/>
          </p:nvPr>
        </p:nvGraphicFramePr>
        <p:xfrm rot="0">
          <a:off x="1333151" y="1791632"/>
          <a:ext cx="10515600" cy="3090760"/>
        </p:xfrm>
        <a:graphic>
          <a:graphicData uri="http://schemas.openxmlformats.org/drawingml/2006/table">
            <a:tbl>
              <a:tblPr firstRow="0" firstCol="0" lastRow="0" lastCol="0" bandRow="0" bandCol="0"/>
              <a:tblGrid>
                <a:gridCol w="4455253"/>
                <a:gridCol w="6060347"/>
              </a:tblGrid>
              <a:tr h="253440">
                <a:tc>
                  <a:txBody>
                    <a:bodyPr/>
                    <a:p>
                      <a:pPr>
                        <a:defRPr/>
                      </a:pPr>
                      <a:endParaRPr/>
                    </a:p>
                  </a:txBody>
                  <a:tcPr anchor="ctr">
                    <a:lnL w="12700" algn="ctr">
                      <a:noFill/>
                    </a:lnL>
                    <a:lnR w="12700" algn="ctr">
                      <a:noFill/>
                    </a:lnR>
                    <a:lnT w="12700" algn="ctr">
                      <a:noFill/>
                    </a:lnT>
                    <a:lnB w="12700" algn="ctr">
                      <a:noFill/>
                    </a:lnB>
                    <a:noFill/>
                  </a:tcPr>
                </a:tc>
                <a:tc>
                  <a:txBody>
                    <a:bodyPr/>
                    <a:p>
                      <a:pPr>
                        <a:defRPr/>
                      </a:pPr>
                      <a:endParaRPr/>
                    </a:p>
                  </a:txBody>
                  <a:tcPr anchor="ctr">
                    <a:lnL w="12700" algn="ctr">
                      <a:noFill/>
                    </a:lnL>
                    <a:lnR w="12700" algn="ctr">
                      <a:noFill/>
                    </a:lnR>
                    <a:lnT w="12700" algn="ctr">
                      <a:noFill/>
                    </a:lnT>
                    <a:lnB w="12700" algn="ctr">
                      <a:noFill/>
                    </a:lnB>
                    <a:noFill/>
                  </a:tcPr>
                </a:tc>
              </a:tr>
              <a:tr h="253440">
                <a:tc>
                  <a:txBody>
                    <a:bodyPr/>
                    <a:p>
                      <a:pPr>
                        <a:defRPr/>
                      </a:pPr>
                      <a:endParaRPr/>
                    </a:p>
                  </a:txBody>
                  <a:tcPr anchor="ctr">
                    <a:lnL w="12700" algn="ctr">
                      <a:noFill/>
                    </a:lnL>
                    <a:lnR w="12700" algn="ctr">
                      <a:noFill/>
                    </a:lnR>
                    <a:lnT w="12700" algn="ctr">
                      <a:noFill/>
                    </a:lnT>
                    <a:lnB w="12700" algn="ctr">
                      <a:noFill/>
                    </a:lnB>
                    <a:noFill/>
                  </a:tcPr>
                </a:tc>
                <a:tc>
                  <a:txBody>
                    <a:bodyPr/>
                    <a:p>
                      <a:pPr>
                        <a:defRPr/>
                      </a:pPr>
                      <a:endParaRPr/>
                    </a:p>
                  </a:txBody>
                  <a:tcPr anchor="ctr">
                    <a:lnL w="12700" algn="ctr">
                      <a:noFill/>
                    </a:lnL>
                    <a:lnR w="12700" algn="ctr">
                      <a:noFill/>
                    </a:lnR>
                    <a:lnT w="12700" algn="ctr">
                      <a:noFill/>
                    </a:lnT>
                    <a:lnB w="12700" algn="ctr">
                      <a:noFill/>
                    </a:lnB>
                    <a:noFill/>
                  </a:tcPr>
                </a:tc>
              </a:tr>
              <a:tr h="253440">
                <a:tc>
                  <a:txBody>
                    <a:bodyPr/>
                    <a:p>
                      <a:pPr>
                        <a:defRPr/>
                      </a:pPr>
                      <a:endParaRPr/>
                    </a:p>
                  </a:txBody>
                  <a:tcPr anchor="ctr">
                    <a:lnL w="12700" algn="ctr">
                      <a:noFill/>
                    </a:lnL>
                    <a:lnR w="12700" algn="ctr">
                      <a:noFill/>
                    </a:lnR>
                    <a:lnT w="12700" algn="ctr">
                      <a:noFill/>
                    </a:lnT>
                    <a:lnB w="12700" algn="ctr">
                      <a:noFill/>
                    </a:lnB>
                    <a:noFill/>
                  </a:tcPr>
                </a:tc>
                <a:tc>
                  <a:txBody>
                    <a:bodyPr/>
                    <a:p>
                      <a:pPr>
                        <a:defRPr/>
                      </a:pPr>
                      <a:endParaRPr/>
                    </a:p>
                  </a:txBody>
                  <a:tcPr anchor="ctr">
                    <a:lnL w="12700" algn="ctr">
                      <a:noFill/>
                    </a:lnL>
                    <a:lnR w="12700" algn="ctr">
                      <a:noFill/>
                    </a:lnR>
                    <a:lnT w="12700" algn="ctr">
                      <a:noFill/>
                    </a:lnT>
                    <a:lnB w="12700" algn="ctr">
                      <a:noFill/>
                    </a:lnB>
                    <a:noFill/>
                  </a:tcPr>
                </a:tc>
              </a:tr>
              <a:tr h="253440">
                <a:tc>
                  <a:txBody>
                    <a:bodyPr/>
                    <a:p>
                      <a:pPr>
                        <a:defRPr/>
                      </a:pPr>
                      <a:endParaRPr/>
                    </a:p>
                  </a:txBody>
                  <a:tcPr anchor="ctr">
                    <a:lnL w="12700" algn="ctr">
                      <a:noFill/>
                    </a:lnL>
                    <a:lnR w="12700" algn="ctr">
                      <a:noFill/>
                    </a:lnR>
                    <a:lnT w="12700" algn="ctr">
                      <a:noFill/>
                    </a:lnT>
                    <a:lnB w="12700" algn="ctr">
                      <a:noFill/>
                    </a:lnB>
                    <a:noFill/>
                  </a:tcPr>
                </a:tc>
                <a:tc>
                  <a:txBody>
                    <a:bodyPr/>
                    <a:p>
                      <a:pPr>
                        <a:defRPr/>
                      </a:pPr>
                      <a:endParaRPr/>
                    </a:p>
                  </a:txBody>
                  <a:tcPr anchor="ctr">
                    <a:lnL w="12700" algn="ctr">
                      <a:noFill/>
                    </a:lnL>
                    <a:lnR w="12700" algn="ctr">
                      <a:noFill/>
                    </a:lnR>
                    <a:lnT w="12700" algn="ctr">
                      <a:noFill/>
                    </a:lnT>
                    <a:lnB w="12700" algn="ctr">
                      <a:noFill/>
                    </a:lnB>
                    <a:noFill/>
                  </a:tcPr>
                </a:tc>
              </a:tr>
              <a:tr h="253440">
                <a:tc>
                  <a:txBody>
                    <a:bodyPr/>
                    <a:p>
                      <a:pPr>
                        <a:defRPr/>
                      </a:pPr>
                      <a:endParaRPr/>
                    </a:p>
                  </a:txBody>
                  <a:tcPr anchor="ctr">
                    <a:lnL w="12700" algn="ctr">
                      <a:noFill/>
                    </a:lnL>
                    <a:lnR w="12700" algn="ctr">
                      <a:noFill/>
                    </a:lnR>
                    <a:lnT w="12700" algn="ctr">
                      <a:noFill/>
                    </a:lnT>
                    <a:lnB w="12700" algn="ctr">
                      <a:noFill/>
                    </a:lnB>
                    <a:noFill/>
                  </a:tcPr>
                </a:tc>
                <a:tc>
                  <a:txBody>
                    <a:bodyPr/>
                    <a:p>
                      <a:pPr>
                        <a:defRPr/>
                      </a:pPr>
                      <a:endParaRPr/>
                    </a:p>
                  </a:txBody>
                  <a:tcPr anchor="ctr">
                    <a:lnL w="12700" algn="ctr">
                      <a:noFill/>
                    </a:lnL>
                    <a:lnR w="12700" algn="ctr">
                      <a:noFill/>
                    </a:lnR>
                    <a:lnT w="12700" algn="ctr">
                      <a:noFill/>
                    </a:lnT>
                    <a:lnB w="12700" algn="ctr">
                      <a:noFill/>
                    </a:lnB>
                    <a:noFill/>
                  </a:tcPr>
                </a:tc>
              </a:tr>
              <a:tr h="253440">
                <a:tc>
                  <a:txBody>
                    <a:bodyPr/>
                    <a:p>
                      <a:pPr>
                        <a:defRPr/>
                      </a:pPr>
                      <a:endParaRPr/>
                    </a:p>
                  </a:txBody>
                  <a:tcPr anchor="ctr">
                    <a:lnL w="12700" algn="ctr">
                      <a:noFill/>
                    </a:lnL>
                    <a:lnR w="12700" algn="ctr">
                      <a:noFill/>
                    </a:lnR>
                    <a:lnT w="12700" algn="ctr">
                      <a:noFill/>
                    </a:lnT>
                    <a:lnB w="12700" algn="ctr">
                      <a:noFill/>
                    </a:lnB>
                    <a:noFill/>
                  </a:tcPr>
                </a:tc>
                <a:tc>
                  <a:txBody>
                    <a:bodyPr/>
                    <a:p>
                      <a:pPr>
                        <a:defRPr/>
                      </a:pPr>
                      <a:endParaRPr/>
                    </a:p>
                  </a:txBody>
                  <a:tcPr anchor="ctr">
                    <a:lnL w="12700" algn="ctr">
                      <a:noFill/>
                    </a:lnL>
                    <a:lnR w="12700" algn="ctr">
                      <a:noFill/>
                    </a:lnR>
                    <a:lnT w="12700" algn="ctr">
                      <a:noFill/>
                    </a:lnT>
                    <a:lnB w="12700" algn="ctr">
                      <a:noFill/>
                    </a:lnB>
                    <a:noFill/>
                  </a:tcPr>
                </a:tc>
              </a:tr>
              <a:tr h="253440">
                <a:tc>
                  <a:txBody>
                    <a:bodyPr/>
                    <a:p>
                      <a:pPr>
                        <a:defRPr/>
                      </a:pPr>
                      <a:endParaRPr/>
                    </a:p>
                  </a:txBody>
                  <a:tcPr anchor="ctr">
                    <a:lnL w="12700" algn="ctr">
                      <a:noFill/>
                    </a:lnL>
                    <a:lnR w="12700" algn="ctr">
                      <a:noFill/>
                    </a:lnR>
                    <a:lnT w="12700" algn="ctr">
                      <a:noFill/>
                    </a:lnT>
                    <a:lnB w="12700" algn="ctr">
                      <a:noFill/>
                    </a:lnB>
                    <a:noFill/>
                  </a:tcPr>
                </a:tc>
                <a:tc>
                  <a:txBody>
                    <a:bodyPr/>
                    <a:p>
                      <a:pPr>
                        <a:defRPr/>
                      </a:pPr>
                      <a:endParaRPr/>
                    </a:p>
                  </a:txBody>
                  <a:tcPr anchor="ctr">
                    <a:lnL w="12700" algn="ctr">
                      <a:noFill/>
                    </a:lnL>
                    <a:lnR w="12700" algn="ctr">
                      <a:noFill/>
                    </a:lnR>
                    <a:lnT w="12700" algn="ctr">
                      <a:noFill/>
                    </a:lnT>
                    <a:lnB w="12700" algn="ctr">
                      <a:noFill/>
                    </a:lnB>
                    <a:noFill/>
                  </a:tcPr>
                </a:tc>
              </a:tr>
              <a:tr h="253440">
                <a:tc>
                  <a:txBody>
                    <a:bodyPr/>
                    <a:p>
                      <a:pPr>
                        <a:defRPr/>
                      </a:pPr>
                      <a:endParaRPr/>
                    </a:p>
                  </a:txBody>
                  <a:tcPr anchor="ctr">
                    <a:lnL w="12700" algn="ctr">
                      <a:noFill/>
                    </a:lnL>
                    <a:lnR w="12700" algn="ctr">
                      <a:noFill/>
                    </a:lnR>
                    <a:lnT w="12700" algn="ctr">
                      <a:noFill/>
                    </a:lnT>
                    <a:lnB w="12700" algn="ctr">
                      <a:noFill/>
                    </a:lnB>
                    <a:noFill/>
                  </a:tcPr>
                </a:tc>
                <a:tc>
                  <a:txBody>
                    <a:bodyPr/>
                    <a:p>
                      <a:pPr>
                        <a:defRPr/>
                      </a:pPr>
                      <a:endParaRPr/>
                    </a:p>
                  </a:txBody>
                  <a:tcPr anchor="ctr">
                    <a:lnL w="12700" algn="ctr">
                      <a:noFill/>
                    </a:lnL>
                    <a:lnR w="12700" algn="ctr">
                      <a:noFill/>
                    </a:lnR>
                    <a:lnT w="12700" algn="ctr">
                      <a:noFill/>
                    </a:lnT>
                    <a:lnB w="12700" algn="ctr">
                      <a:noFill/>
                    </a:lnB>
                    <a:noFill/>
                  </a:tcPr>
                </a:tc>
              </a:tr>
            </a:tbl>
          </a:graphicData>
        </a:graphic>
      </p:graphicFrame>
      <p:sp>
        <p:nvSpPr>
          <p:cNvPr id="1756488250" name=""/>
          <p:cNvSpPr txBox="1"/>
          <p:nvPr/>
        </p:nvSpPr>
        <p:spPr bwMode="auto">
          <a:xfrm rot="0" flipH="0" flipV="0">
            <a:off x="948547" y="1850330"/>
            <a:ext cx="9021329" cy="381035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lang="en-GB" b="0" i="0" u="none" strike="noStrike" cap="none" spc="0">
                <a:solidFill>
                  <a:schemeClr val="tx1"/>
                </a:solidFill>
                <a:latin typeface="Arial"/>
                <a:ea typeface="Arial"/>
                <a:cs typeface="Arial"/>
              </a:rPr>
              <a:t>Hardware Requirements</a:t>
            </a:r>
            <a:endParaRPr lang="en-GB" sz="2800" b="0" i="0" u="none" strike="noStrike" cap="none" spc="0">
              <a:solidFill>
                <a:schemeClr val="tx1"/>
              </a:solidFill>
              <a:latin typeface="Arial"/>
              <a:cs typeface="Arial"/>
            </a:endParaRPr>
          </a:p>
          <a:p>
            <a:pPr algn="l">
              <a:defRPr/>
            </a:pPr>
            <a:r>
              <a:rPr lang="en-GB" b="0" i="0" u="none" strike="noStrike" cap="none" spc="0">
                <a:solidFill>
                  <a:schemeClr val="tx1"/>
                </a:solidFill>
                <a:latin typeface="Arial"/>
                <a:ea typeface="Arial"/>
                <a:cs typeface="Arial"/>
              </a:rPr>
              <a:t>	•	Minimum 8 GB RAM</a:t>
            </a:r>
            <a:endParaRPr lang="en-GB" sz="2800" b="0" i="0" u="none" strike="noStrike" cap="none" spc="0">
              <a:solidFill>
                <a:schemeClr val="tx1"/>
              </a:solidFill>
              <a:latin typeface="Arial"/>
              <a:cs typeface="Arial"/>
            </a:endParaRPr>
          </a:p>
          <a:p>
            <a:pPr algn="l">
              <a:defRPr/>
            </a:pPr>
            <a:r>
              <a:rPr lang="en-GB" b="0" i="0" u="none" strike="noStrike" cap="none" spc="0">
                <a:solidFill>
                  <a:schemeClr val="tx1"/>
                </a:solidFill>
                <a:latin typeface="Arial"/>
                <a:ea typeface="Arial"/>
                <a:cs typeface="Arial"/>
              </a:rPr>
              <a:t>	•	10 GB free disk space</a:t>
            </a:r>
            <a:endParaRPr lang="en-GB" sz="2800" b="0" i="0" u="none" strike="noStrike" cap="none" spc="0">
              <a:solidFill>
                <a:schemeClr val="tx1"/>
              </a:solidFill>
              <a:latin typeface="Arial"/>
              <a:cs typeface="Arial"/>
            </a:endParaRPr>
          </a:p>
          <a:p>
            <a:pPr algn="l">
              <a:defRPr/>
            </a:pPr>
            <a:r>
              <a:rPr lang="en-GB" b="0" i="0" u="none" strike="noStrike" cap="none" spc="0">
                <a:solidFill>
                  <a:schemeClr val="tx1"/>
                </a:solidFill>
                <a:latin typeface="Arial"/>
                <a:ea typeface="Arial"/>
                <a:cs typeface="Arial"/>
              </a:rPr>
              <a:t>	•	Standard x86 or ARM-based system</a:t>
            </a:r>
            <a:endParaRPr lang="en-GB" sz="2800" b="0" i="0" u="none" strike="noStrike" cap="none" spc="0">
              <a:solidFill>
                <a:schemeClr val="tx1"/>
              </a:solidFill>
              <a:latin typeface="Arial"/>
              <a:cs typeface="Arial"/>
            </a:endParaRPr>
          </a:p>
          <a:p>
            <a:pPr algn="l">
              <a:defRPr/>
            </a:pPr>
            <a:r>
              <a:rPr lang="en-GB" b="0" i="0" u="none" strike="noStrike" cap="none" spc="0">
                <a:solidFill>
                  <a:schemeClr val="tx1"/>
                </a:solidFill>
                <a:latin typeface="Arial"/>
                <a:ea typeface="Arial"/>
                <a:cs typeface="Arial"/>
              </a:rPr>
              <a:t>	•	Internet connection (optional, for bot integration)</a:t>
            </a:r>
            <a:endParaRPr lang="en-GB" sz="2800" b="0" i="0" u="none" strike="noStrike" cap="none" spc="0">
              <a:solidFill>
                <a:schemeClr val="tx1"/>
              </a:solidFill>
              <a:latin typeface="Arial"/>
              <a:cs typeface="Arial"/>
            </a:endParaRPr>
          </a:p>
          <a:p>
            <a:pPr algn="l">
              <a:defRPr/>
            </a:pPr>
            <a:endParaRPr lang="en-GB" sz="2800" b="0" i="0" u="none" strike="noStrike" cap="none" spc="0">
              <a:solidFill>
                <a:schemeClr val="tx1"/>
              </a:solidFill>
              <a:latin typeface="Arial"/>
              <a:cs typeface="Arial"/>
            </a:endParaRPr>
          </a:p>
          <a:p>
            <a:pPr algn="l">
              <a:defRPr/>
            </a:pPr>
            <a:r>
              <a:rPr lang="en-GB" b="0" i="0" u="none" strike="noStrike" cap="none" spc="0">
                <a:solidFill>
                  <a:schemeClr val="tx1"/>
                </a:solidFill>
                <a:latin typeface="Arial"/>
                <a:ea typeface="Arial"/>
                <a:cs typeface="Arial"/>
              </a:rPr>
              <a:t>Software Requirements</a:t>
            </a:r>
            <a:endParaRPr lang="en-GB" sz="2800" b="0" i="0" u="none" strike="noStrike" cap="none" spc="0">
              <a:solidFill>
                <a:schemeClr val="tx1"/>
              </a:solidFill>
              <a:latin typeface="Arial"/>
              <a:cs typeface="Arial"/>
            </a:endParaRPr>
          </a:p>
          <a:p>
            <a:pPr algn="l">
              <a:defRPr/>
            </a:pPr>
            <a:r>
              <a:rPr lang="en-GB" b="0" i="0" u="none" strike="noStrike" cap="none" spc="0">
                <a:solidFill>
                  <a:schemeClr val="tx1"/>
                </a:solidFill>
                <a:latin typeface="Arial"/>
                <a:ea typeface="Arial"/>
                <a:cs typeface="Arial"/>
              </a:rPr>
              <a:t>	•	Operating System: Linux / Windows / macOS</a:t>
            </a:r>
            <a:endParaRPr lang="en-GB" sz="2800" b="0" i="0" u="none" strike="noStrike" cap="none" spc="0">
              <a:solidFill>
                <a:schemeClr val="tx1"/>
              </a:solidFill>
              <a:latin typeface="Arial"/>
              <a:cs typeface="Arial"/>
            </a:endParaRPr>
          </a:p>
          <a:p>
            <a:pPr algn="l">
              <a:defRPr/>
            </a:pPr>
            <a:r>
              <a:rPr lang="en-GB" b="0" i="0" u="none" strike="noStrike" cap="none" spc="0">
                <a:solidFill>
                  <a:schemeClr val="tx1"/>
                </a:solidFill>
                <a:latin typeface="Arial"/>
                <a:ea typeface="Arial"/>
                <a:cs typeface="Arial"/>
              </a:rPr>
              <a:t>	•	Backend Framework: FastAPI (Python)</a:t>
            </a:r>
            <a:endParaRPr lang="en-GB" sz="2800" b="0" i="0" u="none" strike="noStrike" cap="none" spc="0">
              <a:solidFill>
                <a:schemeClr val="tx1"/>
              </a:solidFill>
              <a:latin typeface="Arial"/>
              <a:cs typeface="Arial"/>
            </a:endParaRPr>
          </a:p>
          <a:p>
            <a:pPr algn="l">
              <a:defRPr/>
            </a:pPr>
            <a:r>
              <a:rPr lang="en-GB" b="0" i="0" u="none" strike="noStrike" cap="none" spc="0">
                <a:solidFill>
                  <a:schemeClr val="tx1"/>
                </a:solidFill>
                <a:latin typeface="Arial"/>
                <a:ea typeface="Arial"/>
                <a:cs typeface="Arial"/>
              </a:rPr>
              <a:t>	•	Database: PostgreSQL</a:t>
            </a:r>
            <a:endParaRPr lang="en-GB" sz="2800" b="0" i="0" u="none" strike="noStrike" cap="none" spc="0">
              <a:solidFill>
                <a:schemeClr val="tx1"/>
              </a:solidFill>
              <a:latin typeface="Arial"/>
              <a:cs typeface="Arial"/>
            </a:endParaRPr>
          </a:p>
          <a:p>
            <a:pPr algn="l">
              <a:defRPr/>
            </a:pPr>
            <a:r>
              <a:rPr lang="en-GB" b="0" i="0" u="none" strike="noStrike" cap="none" spc="0">
                <a:solidFill>
                  <a:schemeClr val="tx1"/>
                </a:solidFill>
                <a:latin typeface="Arial"/>
                <a:ea typeface="Arial"/>
                <a:cs typeface="Arial"/>
              </a:rPr>
              <a:t>	•	Cache: Redis</a:t>
            </a:r>
            <a:endParaRPr lang="en-GB" sz="2800" b="0" i="0" u="none" strike="noStrike" cap="none" spc="0">
              <a:solidFill>
                <a:schemeClr val="tx1"/>
              </a:solidFill>
              <a:latin typeface="Arial"/>
              <a:cs typeface="Arial"/>
            </a:endParaRPr>
          </a:p>
          <a:p>
            <a:pPr algn="l">
              <a:defRPr/>
            </a:pPr>
            <a:r>
              <a:rPr lang="en-GB" b="0" i="0" u="none" strike="noStrike" cap="none" spc="0">
                <a:solidFill>
                  <a:schemeClr val="tx1"/>
                </a:solidFill>
                <a:latin typeface="Arial"/>
                <a:ea typeface="Arial"/>
                <a:cs typeface="Arial"/>
              </a:rPr>
              <a:t>	•	Containerization: Docker and Docker Compose</a:t>
            </a:r>
            <a:endParaRPr lang="en-GB" sz="2800" b="0" i="0" u="none" strike="noStrike" cap="none" spc="0">
              <a:solidFill>
                <a:schemeClr val="tx1"/>
              </a:solidFill>
              <a:latin typeface="Arial"/>
              <a:cs typeface="Arial"/>
            </a:endParaRPr>
          </a:p>
          <a:p>
            <a:pPr algn="l">
              <a:defRPr/>
            </a:pPr>
            <a:r>
              <a:rPr lang="en-GB" b="0" i="0" u="none" strike="noStrike" cap="none" spc="0">
                <a:solidFill>
                  <a:schemeClr val="tx1"/>
                </a:solidFill>
                <a:latin typeface="Arial"/>
                <a:ea typeface="Arial"/>
                <a:cs typeface="Arial"/>
              </a:rPr>
              <a:t>	•	Client: Web browser / Telegram or Discord client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33827889" name="Title 1"/>
          <p:cNvSpPr>
            <a:spLocks noGrp="1"/>
          </p:cNvSpPr>
          <p:nvPr>
            <p:ph type="title"/>
          </p:nvPr>
        </p:nvSpPr>
        <p:spPr bwMode="auto"/>
        <p:txBody>
          <a:bodyPr/>
          <a:lstStyle/>
          <a:p>
            <a:pPr>
              <a:defRPr/>
            </a:pPr>
            <a:r>
              <a:rPr lang="en-GB"/>
              <a:t>Class Diagram</a:t>
            </a:r>
            <a:endParaRPr/>
          </a:p>
        </p:txBody>
      </p:sp>
      <p:pic>
        <p:nvPicPr>
          <p:cNvPr id="2062095408" name=""/>
          <p:cNvPicPr>
            <a:picLocks noChangeAspect="1"/>
          </p:cNvPicPr>
          <p:nvPr/>
        </p:nvPicPr>
        <p:blipFill rotWithShape="1">
          <a:blip r:embed="rId3"/>
          <a:stretch/>
        </p:blipFill>
        <p:spPr bwMode="auto">
          <a:xfrm flipH="0" flipV="0">
            <a:off x="5543550" y="193674"/>
            <a:ext cx="4818085" cy="63690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38898390" name="Title 1"/>
          <p:cNvSpPr>
            <a:spLocks noGrp="1"/>
          </p:cNvSpPr>
          <p:nvPr>
            <p:ph type="title"/>
          </p:nvPr>
        </p:nvSpPr>
        <p:spPr bwMode="auto"/>
        <p:txBody>
          <a:bodyPr/>
          <a:lstStyle/>
          <a:p>
            <a:pPr>
              <a:defRPr/>
            </a:pPr>
            <a:r>
              <a:rPr lang="en-GB"/>
              <a:t>Use Case</a:t>
            </a:r>
            <a:r>
              <a:rPr lang="en-GB"/>
              <a:t> </a:t>
            </a:r>
            <a:r>
              <a:rPr lang="en-GB" sz="4400" b="0" i="0" u="none" strike="noStrike" cap="none" spc="0">
                <a:solidFill>
                  <a:schemeClr val="tx1"/>
                </a:solidFill>
                <a:latin typeface="+mj-lt"/>
                <a:ea typeface="+mj-ea"/>
                <a:cs typeface="+mj-cs"/>
              </a:rPr>
              <a:t>Diagram</a:t>
            </a:r>
            <a:endParaRPr b="1"/>
          </a:p>
        </p:txBody>
      </p:sp>
      <p:sp>
        <p:nvSpPr>
          <p:cNvPr id="1516225193" name="Content Placeholder 2"/>
          <p:cNvSpPr>
            <a:spLocks noGrp="1"/>
          </p:cNvSpPr>
          <p:nvPr>
            <p:ph idx="1"/>
          </p:nvPr>
        </p:nvSpPr>
        <p:spPr bwMode="auto"/>
        <p:txBody>
          <a:bodyPr/>
          <a:lstStyle/>
          <a:p>
            <a:pPr>
              <a:defRPr/>
            </a:pPr>
            <a:endParaRPr/>
          </a:p>
        </p:txBody>
      </p:sp>
      <p:pic>
        <p:nvPicPr>
          <p:cNvPr id="156652240" name=""/>
          <p:cNvPicPr>
            <a:picLocks noChangeAspect="1"/>
          </p:cNvPicPr>
          <p:nvPr/>
        </p:nvPicPr>
        <p:blipFill rotWithShape="1">
          <a:blip r:embed="rId3"/>
          <a:stretch/>
        </p:blipFill>
        <p:spPr bwMode="auto">
          <a:xfrm flipH="0" flipV="0">
            <a:off x="5697899" y="628650"/>
            <a:ext cx="5808299" cy="581852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72194155" name="Title 1"/>
          <p:cNvSpPr>
            <a:spLocks noGrp="1"/>
          </p:cNvSpPr>
          <p:nvPr>
            <p:ph type="title"/>
          </p:nvPr>
        </p:nvSpPr>
        <p:spPr bwMode="auto">
          <a:xfrm>
            <a:off x="571499" y="365124"/>
            <a:ext cx="10515600" cy="1325562"/>
          </a:xfrm>
        </p:spPr>
        <p:txBody>
          <a:bodyPr/>
          <a:lstStyle/>
          <a:p>
            <a:pPr>
              <a:defRPr/>
            </a:pPr>
            <a:r>
              <a:rPr lang="en-GB"/>
              <a:t>Sequence Diagram</a:t>
            </a:r>
            <a:endParaRPr/>
          </a:p>
        </p:txBody>
      </p:sp>
      <p:pic>
        <p:nvPicPr>
          <p:cNvPr id="23952746" name=""/>
          <p:cNvPicPr>
            <a:picLocks noChangeAspect="1"/>
          </p:cNvPicPr>
          <p:nvPr/>
        </p:nvPicPr>
        <p:blipFill rotWithShape="1">
          <a:blip r:embed="rId3"/>
          <a:stretch/>
        </p:blipFill>
        <p:spPr bwMode="auto">
          <a:xfrm flipH="0" flipV="0">
            <a:off x="2745149" y="1356425"/>
            <a:ext cx="6055949" cy="5453948"/>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17888578" name="Title 1"/>
          <p:cNvSpPr>
            <a:spLocks noGrp="1"/>
          </p:cNvSpPr>
          <p:nvPr>
            <p:ph type="title"/>
          </p:nvPr>
        </p:nvSpPr>
        <p:spPr bwMode="auto"/>
        <p:txBody>
          <a:bodyPr/>
          <a:lstStyle/>
          <a:p>
            <a:pPr>
              <a:defRPr/>
            </a:pPr>
            <a:r>
              <a:rPr lang="en-GB"/>
              <a:t>Collaboration</a:t>
            </a:r>
            <a:r>
              <a:rPr lang="en-GB"/>
              <a:t> </a:t>
            </a:r>
            <a:r>
              <a:rPr lang="en-GB" sz="4400" b="0" i="0" u="none" strike="noStrike" cap="none" spc="0">
                <a:solidFill>
                  <a:schemeClr val="tx1"/>
                </a:solidFill>
                <a:latin typeface="+mj-lt"/>
                <a:ea typeface="+mj-ea"/>
                <a:cs typeface="+mj-cs"/>
              </a:rPr>
              <a:t>Diagram</a:t>
            </a:r>
            <a:endParaRPr/>
          </a:p>
        </p:txBody>
      </p:sp>
      <p:pic>
        <p:nvPicPr>
          <p:cNvPr id="46958196" name=""/>
          <p:cNvPicPr>
            <a:picLocks noChangeAspect="1"/>
          </p:cNvPicPr>
          <p:nvPr/>
        </p:nvPicPr>
        <p:blipFill rotWithShape="1">
          <a:blip r:embed="rId3"/>
          <a:stretch/>
        </p:blipFill>
        <p:spPr bwMode="auto">
          <a:xfrm flipH="0" flipV="0">
            <a:off x="314721" y="2038349"/>
            <a:ext cx="11134328" cy="3448049"/>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08904174" name="Title 1"/>
          <p:cNvSpPr>
            <a:spLocks noGrp="1"/>
          </p:cNvSpPr>
          <p:nvPr>
            <p:ph type="title"/>
          </p:nvPr>
        </p:nvSpPr>
        <p:spPr bwMode="auto"/>
        <p:txBody>
          <a:bodyPr/>
          <a:lstStyle/>
          <a:p>
            <a:pPr>
              <a:defRPr/>
            </a:pPr>
            <a:r>
              <a:rPr lang="en-GB"/>
              <a:t>Activity </a:t>
            </a:r>
            <a:r>
              <a:rPr lang="en-GB" sz="4400" b="0" i="0" u="none" strike="noStrike" cap="none" spc="0">
                <a:solidFill>
                  <a:schemeClr val="tx1"/>
                </a:solidFill>
                <a:latin typeface="+mj-lt"/>
                <a:ea typeface="+mj-ea"/>
                <a:cs typeface="+mj-cs"/>
              </a:rPr>
              <a:t>Diagram</a:t>
            </a:r>
            <a:endParaRPr/>
          </a:p>
        </p:txBody>
      </p:sp>
      <p:pic>
        <p:nvPicPr>
          <p:cNvPr id="1026627243" name=""/>
          <p:cNvPicPr>
            <a:picLocks noChangeAspect="1"/>
          </p:cNvPicPr>
          <p:nvPr/>
        </p:nvPicPr>
        <p:blipFill rotWithShape="1">
          <a:blip r:embed="rId3"/>
          <a:stretch/>
        </p:blipFill>
        <p:spPr bwMode="auto">
          <a:xfrm flipH="0" flipV="0">
            <a:off x="5316899" y="163812"/>
            <a:ext cx="5903550" cy="6530374"/>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27106774" name="Title 1"/>
          <p:cNvSpPr>
            <a:spLocks noGrp="1"/>
          </p:cNvSpPr>
          <p:nvPr>
            <p:ph type="title"/>
          </p:nvPr>
        </p:nvSpPr>
        <p:spPr bwMode="auto"/>
        <p:txBody>
          <a:bodyPr/>
          <a:lstStyle/>
          <a:p>
            <a:pPr>
              <a:defRPr/>
            </a:pPr>
            <a:r>
              <a:rPr lang="en-GB"/>
              <a:t>State chart </a:t>
            </a:r>
            <a:r>
              <a:rPr lang="en-GB" sz="4400" b="0" i="0" u="none" strike="noStrike" cap="none" spc="0">
                <a:solidFill>
                  <a:schemeClr val="tx1"/>
                </a:solidFill>
                <a:latin typeface="+mj-lt"/>
                <a:ea typeface="+mj-ea"/>
                <a:cs typeface="+mj-cs"/>
              </a:rPr>
              <a:t>Diagram</a:t>
            </a:r>
            <a:endParaRPr/>
          </a:p>
        </p:txBody>
      </p:sp>
      <p:sp>
        <p:nvSpPr>
          <p:cNvPr id="546665891" name="Content Placeholder 2"/>
          <p:cNvSpPr>
            <a:spLocks noGrp="1"/>
          </p:cNvSpPr>
          <p:nvPr>
            <p:ph idx="1"/>
          </p:nvPr>
        </p:nvSpPr>
        <p:spPr bwMode="auto"/>
        <p:txBody>
          <a:bodyPr/>
          <a:lstStyle/>
          <a:p>
            <a:pPr>
              <a:defRPr/>
            </a:pPr>
            <a:endParaRPr/>
          </a:p>
        </p:txBody>
      </p:sp>
      <p:pic>
        <p:nvPicPr>
          <p:cNvPr id="274346118" name=""/>
          <p:cNvPicPr>
            <a:picLocks noChangeAspect="1"/>
          </p:cNvPicPr>
          <p:nvPr/>
        </p:nvPicPr>
        <p:blipFill rotWithShape="1">
          <a:blip r:embed="rId3"/>
          <a:stretch/>
        </p:blipFill>
        <p:spPr bwMode="auto">
          <a:xfrm flipH="0" flipV="0">
            <a:off x="6095999" y="266699"/>
            <a:ext cx="3621449" cy="6166252"/>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93267663" name="Title 1"/>
          <p:cNvSpPr>
            <a:spLocks noGrp="1"/>
          </p:cNvSpPr>
          <p:nvPr>
            <p:ph type="title"/>
          </p:nvPr>
        </p:nvSpPr>
        <p:spPr bwMode="auto"/>
        <p:txBody>
          <a:bodyPr/>
          <a:lstStyle/>
          <a:p>
            <a:pPr>
              <a:defRPr/>
            </a:pPr>
            <a:r>
              <a:rPr lang="en-GB" sz="4400" b="0" i="0" u="none" strike="noStrike" cap="none" spc="0">
                <a:solidFill>
                  <a:schemeClr val="tx1"/>
                </a:solidFill>
                <a:latin typeface="+mj-lt"/>
                <a:ea typeface="+mj-ea"/>
                <a:cs typeface="+mj-cs"/>
              </a:rPr>
              <a:t>Component Diagram</a:t>
            </a:r>
            <a:endParaRPr/>
          </a:p>
        </p:txBody>
      </p:sp>
      <p:sp>
        <p:nvSpPr>
          <p:cNvPr id="121963134" name="Content Placeholder 2"/>
          <p:cNvSpPr>
            <a:spLocks noGrp="1"/>
          </p:cNvSpPr>
          <p:nvPr>
            <p:ph idx="1"/>
          </p:nvPr>
        </p:nvSpPr>
        <p:spPr bwMode="auto"/>
        <p:txBody>
          <a:bodyPr/>
          <a:lstStyle/>
          <a:p>
            <a:pPr>
              <a:defRPr/>
            </a:pPr>
            <a:endParaRPr/>
          </a:p>
        </p:txBody>
      </p:sp>
      <p:pic>
        <p:nvPicPr>
          <p:cNvPr id="1595382496" name=""/>
          <p:cNvPicPr>
            <a:picLocks noChangeAspect="1"/>
          </p:cNvPicPr>
          <p:nvPr/>
        </p:nvPicPr>
        <p:blipFill rotWithShape="1">
          <a:blip r:embed="rId3"/>
          <a:stretch/>
        </p:blipFill>
        <p:spPr bwMode="auto">
          <a:xfrm flipH="0" flipV="0">
            <a:off x="6459899" y="334236"/>
            <a:ext cx="3693749" cy="618952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30617078" name="Title 1"/>
          <p:cNvSpPr>
            <a:spLocks noGrp="1"/>
          </p:cNvSpPr>
          <p:nvPr>
            <p:ph type="title"/>
          </p:nvPr>
        </p:nvSpPr>
        <p:spPr bwMode="auto"/>
        <p:txBody>
          <a:bodyPr/>
          <a:lstStyle/>
          <a:p>
            <a:pPr>
              <a:defRPr/>
            </a:pPr>
            <a:r>
              <a:rPr lang="en-GB"/>
              <a:t>Deployment </a:t>
            </a:r>
            <a:r>
              <a:rPr lang="en-GB" sz="4400" b="0" i="0" u="none" strike="noStrike" cap="none" spc="0">
                <a:solidFill>
                  <a:schemeClr val="tx1"/>
                </a:solidFill>
                <a:latin typeface="+mj-lt"/>
                <a:ea typeface="+mj-ea"/>
                <a:cs typeface="+mj-cs"/>
              </a:rPr>
              <a:t>Diagram</a:t>
            </a:r>
            <a:endParaRPr/>
          </a:p>
        </p:txBody>
      </p:sp>
      <p:sp>
        <p:nvSpPr>
          <p:cNvPr id="455234343" name="Content Placeholder 2"/>
          <p:cNvSpPr>
            <a:spLocks noGrp="1"/>
          </p:cNvSpPr>
          <p:nvPr>
            <p:ph idx="1"/>
          </p:nvPr>
        </p:nvSpPr>
        <p:spPr bwMode="auto"/>
        <p:txBody>
          <a:bodyPr/>
          <a:lstStyle/>
          <a:p>
            <a:pPr>
              <a:defRPr/>
            </a:pPr>
            <a:endParaRPr/>
          </a:p>
        </p:txBody>
      </p:sp>
      <p:pic>
        <p:nvPicPr>
          <p:cNvPr id="2048381037" name=""/>
          <p:cNvPicPr>
            <a:picLocks noChangeAspect="1"/>
          </p:cNvPicPr>
          <p:nvPr/>
        </p:nvPicPr>
        <p:blipFill rotWithShape="1">
          <a:blip r:embed="rId3"/>
          <a:stretch/>
        </p:blipFill>
        <p:spPr bwMode="auto">
          <a:xfrm>
            <a:off x="5829299" y="365124"/>
            <a:ext cx="6143625" cy="5972175"/>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ONLYOFFICE/9.1.0.167</Application>
  <PresentationFormat>On-screen Show (4:3)</PresentationFormat>
  <Paragraphs>0</Paragraphs>
  <Slides>14</Slides>
  <Notes>14</Notes>
  <HiddenSlides>0</HiddenSlides>
  <MMClips>2</MMClips>
  <ScaleCrop>0</ScaleCrop>
  <HeadingPairs>
    <vt:vector size="4" baseType="variant">
      <vt:variant>
        <vt:lpstr>Theme</vt:lpstr>
      </vt:variant>
      <vt:variant>
        <vt:i4>1</vt:i4>
      </vt:variant>
      <vt:variant>
        <vt:lpstr>Slide Titles</vt:lpstr>
      </vt:variant>
      <vt:variant>
        <vt:i4>14</vt:i4>
      </vt:variant>
    </vt:vector>
  </HeadingPairs>
  <TitlesOfParts>
    <vt:vector size="15"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Embodied Interaction in Gaming: Vision-Based Gesture Recognition and Multimodal Feedback for Adaptive Virtual Combat</dc:title>
  <dc:creator>RACHANA SAMALA</dc:creator>
  <cp:lastModifiedBy/>
  <cp:revision>9</cp:revision>
  <dcterms:created xsi:type="dcterms:W3CDTF">2025-07-04T06:29:37Z</dcterms:created>
  <dcterms:modified xsi:type="dcterms:W3CDTF">2026-04-08T18:18:02Z</dcterms:modified>
</cp:coreProperties>
</file>